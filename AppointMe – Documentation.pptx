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3" r:id="rId3"/>
    <p:sldId id="257" r:id="rId4"/>
    <p:sldId id="258" r:id="rId5"/>
    <p:sldId id="274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8" r:id="rId20"/>
    <p:sldId id="271" r:id="rId21"/>
    <p:sldId id="277" r:id="rId22"/>
    <p:sldId id="272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46" d="100"/>
          <a:sy n="46" d="100"/>
        </p:scale>
        <p:origin x="1880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B287EA-1749-4C17-B84D-DDB58C250D86}" type="doc">
      <dgm:prSet loTypeId="urn:microsoft.com/office/officeart/2018/2/layout/IconCircle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0282C18-2713-43E7-96ED-370D94AFAF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Role-Based Access Control (RBAC)</a:t>
          </a:r>
          <a:br>
            <a:rPr lang="en-US" b="0" i="0" baseline="0" dirty="0"/>
          </a:br>
          <a:r>
            <a:rPr lang="en-US" b="0" i="0" baseline="0" dirty="0"/>
            <a:t>Ensures Admin / Teacher / Student have separate permissions.</a:t>
          </a:r>
          <a:endParaRPr lang="en-US" dirty="0"/>
        </a:p>
      </dgm:t>
    </dgm:pt>
    <dgm:pt modelId="{8CFCBED4-B882-4FAA-858E-B551CF4BB212}" type="parTrans" cxnId="{0B263CB7-8ED1-455A-A6A2-FD999B2C1635}">
      <dgm:prSet/>
      <dgm:spPr/>
      <dgm:t>
        <a:bodyPr/>
        <a:lstStyle/>
        <a:p>
          <a:endParaRPr lang="en-US"/>
        </a:p>
      </dgm:t>
    </dgm:pt>
    <dgm:pt modelId="{D0D6A62C-4675-4060-B3A4-CFAAC198C1E7}" type="sibTrans" cxnId="{0B263CB7-8ED1-455A-A6A2-FD999B2C16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60A7FD-25D5-4FE9-9826-21DD6D4241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Real-time Event Handling</a:t>
          </a:r>
          <a:br>
            <a:rPr lang="en-US" b="0" i="0" baseline="0"/>
          </a:br>
          <a:r>
            <a:rPr lang="en-US" b="0" i="0" baseline="0"/>
            <a:t>For chats, unread counts, live notifications.</a:t>
          </a:r>
          <a:endParaRPr lang="en-US"/>
        </a:p>
      </dgm:t>
    </dgm:pt>
    <dgm:pt modelId="{855507F7-2E1E-45B5-8256-587B60238C13}" type="parTrans" cxnId="{F327C9C7-5E97-4F9F-993A-BC4A8EDDBB18}">
      <dgm:prSet/>
      <dgm:spPr/>
      <dgm:t>
        <a:bodyPr/>
        <a:lstStyle/>
        <a:p>
          <a:endParaRPr lang="en-US"/>
        </a:p>
      </dgm:t>
    </dgm:pt>
    <dgm:pt modelId="{26A751FA-0582-4D54-9B36-FF27F52FE8E4}" type="sibTrans" cxnId="{F327C9C7-5E97-4F9F-993A-BC4A8EDDBB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719E9D-D7FA-46A8-BAC8-9FDFAB2CF2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Firestore Query Optimization</a:t>
          </a:r>
          <a:br>
            <a:rPr lang="en-US" b="0" i="0" baseline="0"/>
          </a:br>
          <a:r>
            <a:rPr lang="en-US" b="0" i="0" baseline="0"/>
            <a:t>Indexed querying, structured collections (users, availability, appointments, messages, logs).</a:t>
          </a:r>
          <a:endParaRPr lang="en-US"/>
        </a:p>
      </dgm:t>
    </dgm:pt>
    <dgm:pt modelId="{8CBE21E1-4761-49F8-937D-1C7D3476B5AE}" type="parTrans" cxnId="{7017910F-B7D6-4789-8A5A-9505DCBF589D}">
      <dgm:prSet/>
      <dgm:spPr/>
      <dgm:t>
        <a:bodyPr/>
        <a:lstStyle/>
        <a:p>
          <a:endParaRPr lang="en-US"/>
        </a:p>
      </dgm:t>
    </dgm:pt>
    <dgm:pt modelId="{ADCB9D05-5264-4F55-BA40-BD2C13D38D9C}" type="sibTrans" cxnId="{7017910F-B7D6-4789-8A5A-9505DCBF58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85ED36-691B-4335-AD68-426E4E9D9F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Automated Status Workflow</a:t>
          </a:r>
          <a:br>
            <a:rPr lang="en-US" b="0" i="0" baseline="0"/>
          </a:br>
          <a:r>
            <a:rPr lang="en-US" b="0" i="0" baseline="0"/>
            <a:t>Appointment lifecycle: pending → approved → rejected → history.</a:t>
          </a:r>
          <a:endParaRPr lang="en-US"/>
        </a:p>
      </dgm:t>
    </dgm:pt>
    <dgm:pt modelId="{2012EF58-7AA9-4F31-A2FD-EF4D3F42F89D}" type="parTrans" cxnId="{40748CFA-6AA7-4A10-AD18-D40F2EBF3E76}">
      <dgm:prSet/>
      <dgm:spPr/>
      <dgm:t>
        <a:bodyPr/>
        <a:lstStyle/>
        <a:p>
          <a:endParaRPr lang="en-US"/>
        </a:p>
      </dgm:t>
    </dgm:pt>
    <dgm:pt modelId="{FD005307-7492-4FAB-BF14-60CBF13FE1E6}" type="sibTrans" cxnId="{40748CFA-6AA7-4A10-AD18-D40F2EBF3E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E50AD6-1431-479A-AC3A-186DA8982C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Notification Pipeline</a:t>
          </a:r>
          <a:br>
            <a:rPr lang="en-US" b="0" i="0" baseline="0"/>
          </a:br>
          <a:r>
            <a:rPr lang="en-US" b="0" i="0" baseline="0"/>
            <a:t>Triggering notifications on registration, booking, approval, rejection, cancellations.</a:t>
          </a:r>
          <a:endParaRPr lang="en-US"/>
        </a:p>
      </dgm:t>
    </dgm:pt>
    <dgm:pt modelId="{8716E435-51BD-4E56-96A8-3749C4AB4AB4}" type="parTrans" cxnId="{C3A19B65-D15C-4DA0-A167-9E2ABF469E41}">
      <dgm:prSet/>
      <dgm:spPr/>
      <dgm:t>
        <a:bodyPr/>
        <a:lstStyle/>
        <a:p>
          <a:endParaRPr lang="en-US"/>
        </a:p>
      </dgm:t>
    </dgm:pt>
    <dgm:pt modelId="{8FC26CDD-9CB1-412D-A71F-554D6075340E}" type="sibTrans" cxnId="{C3A19B65-D15C-4DA0-A167-9E2ABF469E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72C4FA-9F8C-49D7-B2E9-30CF092A1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Secure Authentication &amp; Validation</a:t>
          </a:r>
          <a:br>
            <a:rPr lang="en-US" b="0" i="0" baseline="0" dirty="0"/>
          </a:br>
          <a:r>
            <a:rPr lang="en-US" b="0" i="0" baseline="0" dirty="0"/>
            <a:t>Firebase Auth + client-side and server-side checks.</a:t>
          </a:r>
          <a:endParaRPr lang="en-US" dirty="0"/>
        </a:p>
      </dgm:t>
    </dgm:pt>
    <dgm:pt modelId="{DC6AAA49-B419-4EC2-A84C-E1FD38860568}" type="parTrans" cxnId="{0F5A8D4A-6B66-4991-AF67-675FD8128268}">
      <dgm:prSet/>
      <dgm:spPr/>
      <dgm:t>
        <a:bodyPr/>
        <a:lstStyle/>
        <a:p>
          <a:endParaRPr lang="en-US"/>
        </a:p>
      </dgm:t>
    </dgm:pt>
    <dgm:pt modelId="{ACD9C6BC-41FA-4DBE-85D9-A321D2F00B0B}" type="sibTrans" cxnId="{0F5A8D4A-6B66-4991-AF67-675FD81282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2099A9-2360-4E32-BA35-8171BE4F0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UI/UX Optimization</a:t>
          </a:r>
          <a:br>
            <a:rPr lang="en-US" b="0" i="0" baseline="0"/>
          </a:br>
          <a:r>
            <a:rPr lang="en-US" b="0" i="0" baseline="0"/>
            <a:t>Responsive layout, reusable components, modals, cards, dashboards, charts.</a:t>
          </a:r>
          <a:endParaRPr lang="en-US"/>
        </a:p>
      </dgm:t>
    </dgm:pt>
    <dgm:pt modelId="{0A73F7EF-0C1C-48A1-AA70-623631D799DE}" type="parTrans" cxnId="{D0F0DF69-EDB7-413D-AD5C-A328F8F0A28A}">
      <dgm:prSet/>
      <dgm:spPr/>
      <dgm:t>
        <a:bodyPr/>
        <a:lstStyle/>
        <a:p>
          <a:endParaRPr lang="en-US"/>
        </a:p>
      </dgm:t>
    </dgm:pt>
    <dgm:pt modelId="{8FC86D13-CD9A-4F68-93A4-2DAF67A4B895}" type="sibTrans" cxnId="{D0F0DF69-EDB7-413D-AD5C-A328F8F0A28A}">
      <dgm:prSet/>
      <dgm:spPr/>
      <dgm:t>
        <a:bodyPr/>
        <a:lstStyle/>
        <a:p>
          <a:endParaRPr lang="en-US"/>
        </a:p>
      </dgm:t>
    </dgm:pt>
    <dgm:pt modelId="{CA0A3F32-8FFD-4C47-832B-419D097B4B45}" type="pres">
      <dgm:prSet presAssocID="{43B287EA-1749-4C17-B84D-DDB58C250D86}" presName="root" presStyleCnt="0">
        <dgm:presLayoutVars>
          <dgm:dir/>
          <dgm:resizeHandles val="exact"/>
        </dgm:presLayoutVars>
      </dgm:prSet>
      <dgm:spPr/>
    </dgm:pt>
    <dgm:pt modelId="{139E1897-1AC1-4AB5-86B8-CB5BBFC502A8}" type="pres">
      <dgm:prSet presAssocID="{43B287EA-1749-4C17-B84D-DDB58C250D86}" presName="container" presStyleCnt="0">
        <dgm:presLayoutVars>
          <dgm:dir/>
          <dgm:resizeHandles val="exact"/>
        </dgm:presLayoutVars>
      </dgm:prSet>
      <dgm:spPr/>
    </dgm:pt>
    <dgm:pt modelId="{172E3130-4DF2-41B0-A987-FF2327BF9C74}" type="pres">
      <dgm:prSet presAssocID="{90282C18-2713-43E7-96ED-370D94AFAFD4}" presName="compNode" presStyleCnt="0"/>
      <dgm:spPr/>
    </dgm:pt>
    <dgm:pt modelId="{24A1106A-4803-4B11-871D-5DA04029CE90}" type="pres">
      <dgm:prSet presAssocID="{90282C18-2713-43E7-96ED-370D94AFAFD4}" presName="iconBgRect" presStyleLbl="bgShp" presStyleIdx="0" presStyleCnt="7"/>
      <dgm:spPr/>
    </dgm:pt>
    <dgm:pt modelId="{465A2065-056C-4C4F-BF88-DFCAD253CC4E}" type="pres">
      <dgm:prSet presAssocID="{90282C18-2713-43E7-96ED-370D94AFAFD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D9E8B5BC-6EFE-44EA-A47D-627949751956}" type="pres">
      <dgm:prSet presAssocID="{90282C18-2713-43E7-96ED-370D94AFAFD4}" presName="spaceRect" presStyleCnt="0"/>
      <dgm:spPr/>
    </dgm:pt>
    <dgm:pt modelId="{27B99D81-0408-4551-ACC8-ADF0F20F12B0}" type="pres">
      <dgm:prSet presAssocID="{90282C18-2713-43E7-96ED-370D94AFAFD4}" presName="textRect" presStyleLbl="revTx" presStyleIdx="0" presStyleCnt="7">
        <dgm:presLayoutVars>
          <dgm:chMax val="1"/>
          <dgm:chPref val="1"/>
        </dgm:presLayoutVars>
      </dgm:prSet>
      <dgm:spPr/>
    </dgm:pt>
    <dgm:pt modelId="{CA8CB987-57C3-423F-B12B-3A6450F870E6}" type="pres">
      <dgm:prSet presAssocID="{D0D6A62C-4675-4060-B3A4-CFAAC198C1E7}" presName="sibTrans" presStyleLbl="sibTrans2D1" presStyleIdx="0" presStyleCnt="0"/>
      <dgm:spPr/>
    </dgm:pt>
    <dgm:pt modelId="{2AEFFC30-242D-4377-BD3F-45685493DA7A}" type="pres">
      <dgm:prSet presAssocID="{3F60A7FD-25D5-4FE9-9826-21DD6D42410E}" presName="compNode" presStyleCnt="0"/>
      <dgm:spPr/>
    </dgm:pt>
    <dgm:pt modelId="{D92E4E8D-8B44-4E0C-A1E9-6ED3A427DB6E}" type="pres">
      <dgm:prSet presAssocID="{3F60A7FD-25D5-4FE9-9826-21DD6D42410E}" presName="iconBgRect" presStyleLbl="bgShp" presStyleIdx="1" presStyleCnt="7"/>
      <dgm:spPr/>
    </dgm:pt>
    <dgm:pt modelId="{CA701CBC-A5B0-4B13-B220-D409051E5E64}" type="pres">
      <dgm:prSet presAssocID="{3F60A7FD-25D5-4FE9-9826-21DD6D42410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59F97309-73B4-4A80-9C0B-41DCD9D685A3}" type="pres">
      <dgm:prSet presAssocID="{3F60A7FD-25D5-4FE9-9826-21DD6D42410E}" presName="spaceRect" presStyleCnt="0"/>
      <dgm:spPr/>
    </dgm:pt>
    <dgm:pt modelId="{B68A2F8A-346A-439D-AE19-B5354A2BB7D9}" type="pres">
      <dgm:prSet presAssocID="{3F60A7FD-25D5-4FE9-9826-21DD6D42410E}" presName="textRect" presStyleLbl="revTx" presStyleIdx="1" presStyleCnt="7">
        <dgm:presLayoutVars>
          <dgm:chMax val="1"/>
          <dgm:chPref val="1"/>
        </dgm:presLayoutVars>
      </dgm:prSet>
      <dgm:spPr/>
    </dgm:pt>
    <dgm:pt modelId="{83905B21-9CDA-4362-92B0-2F6A8A6E0474}" type="pres">
      <dgm:prSet presAssocID="{26A751FA-0582-4D54-9B36-FF27F52FE8E4}" presName="sibTrans" presStyleLbl="sibTrans2D1" presStyleIdx="0" presStyleCnt="0"/>
      <dgm:spPr/>
    </dgm:pt>
    <dgm:pt modelId="{2E5DB1ED-49EE-48F5-B6B7-5749471E2BEE}" type="pres">
      <dgm:prSet presAssocID="{11719E9D-D7FA-46A8-BAC8-9FDFAB2CF236}" presName="compNode" presStyleCnt="0"/>
      <dgm:spPr/>
    </dgm:pt>
    <dgm:pt modelId="{F077687E-24DD-496A-815C-AC7AB4837F88}" type="pres">
      <dgm:prSet presAssocID="{11719E9D-D7FA-46A8-BAC8-9FDFAB2CF236}" presName="iconBgRect" presStyleLbl="bgShp" presStyleIdx="2" presStyleCnt="7"/>
      <dgm:spPr/>
    </dgm:pt>
    <dgm:pt modelId="{D7558013-759E-4B3A-BF49-400DC537DDC9}" type="pres">
      <dgm:prSet presAssocID="{11719E9D-D7FA-46A8-BAC8-9FDFAB2CF23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358002F-D4CC-44AF-B7B8-98303A6A031F}" type="pres">
      <dgm:prSet presAssocID="{11719E9D-D7FA-46A8-BAC8-9FDFAB2CF236}" presName="spaceRect" presStyleCnt="0"/>
      <dgm:spPr/>
    </dgm:pt>
    <dgm:pt modelId="{C3CEB418-8442-4396-9D88-4A253FB16EC6}" type="pres">
      <dgm:prSet presAssocID="{11719E9D-D7FA-46A8-BAC8-9FDFAB2CF236}" presName="textRect" presStyleLbl="revTx" presStyleIdx="2" presStyleCnt="7">
        <dgm:presLayoutVars>
          <dgm:chMax val="1"/>
          <dgm:chPref val="1"/>
        </dgm:presLayoutVars>
      </dgm:prSet>
      <dgm:spPr/>
    </dgm:pt>
    <dgm:pt modelId="{B19AB5C8-5404-4060-A0FA-27E3CE5046F2}" type="pres">
      <dgm:prSet presAssocID="{ADCB9D05-5264-4F55-BA40-BD2C13D38D9C}" presName="sibTrans" presStyleLbl="sibTrans2D1" presStyleIdx="0" presStyleCnt="0"/>
      <dgm:spPr/>
    </dgm:pt>
    <dgm:pt modelId="{B140FF40-B25F-499C-A39B-7F1B572A528B}" type="pres">
      <dgm:prSet presAssocID="{6985ED36-691B-4335-AD68-426E4E9D9F4B}" presName="compNode" presStyleCnt="0"/>
      <dgm:spPr/>
    </dgm:pt>
    <dgm:pt modelId="{55A8D0B0-E35D-4302-87F1-FA7CFD57C313}" type="pres">
      <dgm:prSet presAssocID="{6985ED36-691B-4335-AD68-426E4E9D9F4B}" presName="iconBgRect" presStyleLbl="bgShp" presStyleIdx="3" presStyleCnt="7"/>
      <dgm:spPr/>
    </dgm:pt>
    <dgm:pt modelId="{50E5661A-D706-42CD-8C1D-E34229B59A4B}" type="pres">
      <dgm:prSet presAssocID="{6985ED36-691B-4335-AD68-426E4E9D9F4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B4808D9-8E17-4698-ABAE-CD348C4DF078}" type="pres">
      <dgm:prSet presAssocID="{6985ED36-691B-4335-AD68-426E4E9D9F4B}" presName="spaceRect" presStyleCnt="0"/>
      <dgm:spPr/>
    </dgm:pt>
    <dgm:pt modelId="{B7F7B507-9122-44C5-A305-77A3BD966DA1}" type="pres">
      <dgm:prSet presAssocID="{6985ED36-691B-4335-AD68-426E4E9D9F4B}" presName="textRect" presStyleLbl="revTx" presStyleIdx="3" presStyleCnt="7">
        <dgm:presLayoutVars>
          <dgm:chMax val="1"/>
          <dgm:chPref val="1"/>
        </dgm:presLayoutVars>
      </dgm:prSet>
      <dgm:spPr/>
    </dgm:pt>
    <dgm:pt modelId="{D2EDD2A4-2CAD-4E80-9571-AF6F287A971B}" type="pres">
      <dgm:prSet presAssocID="{FD005307-7492-4FAB-BF14-60CBF13FE1E6}" presName="sibTrans" presStyleLbl="sibTrans2D1" presStyleIdx="0" presStyleCnt="0"/>
      <dgm:spPr/>
    </dgm:pt>
    <dgm:pt modelId="{515D02D3-294D-4DF5-8353-AF4840DF6CDC}" type="pres">
      <dgm:prSet presAssocID="{34E50AD6-1431-479A-AC3A-186DA8982C04}" presName="compNode" presStyleCnt="0"/>
      <dgm:spPr/>
    </dgm:pt>
    <dgm:pt modelId="{B15D5F61-1D60-46C8-8E09-4E1021EA00FB}" type="pres">
      <dgm:prSet presAssocID="{34E50AD6-1431-479A-AC3A-186DA8982C04}" presName="iconBgRect" presStyleLbl="bgShp" presStyleIdx="4" presStyleCnt="7"/>
      <dgm:spPr/>
    </dgm:pt>
    <dgm:pt modelId="{22B5BDB4-3648-4167-8948-7DF43482EDF4}" type="pres">
      <dgm:prSet presAssocID="{34E50AD6-1431-479A-AC3A-186DA8982C0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Speaker"/>
        </a:ext>
      </dgm:extLst>
    </dgm:pt>
    <dgm:pt modelId="{AF2CD600-6882-4703-8D9F-A7AF15243576}" type="pres">
      <dgm:prSet presAssocID="{34E50AD6-1431-479A-AC3A-186DA8982C04}" presName="spaceRect" presStyleCnt="0"/>
      <dgm:spPr/>
    </dgm:pt>
    <dgm:pt modelId="{3E38D71B-AF97-4FB9-8539-E87E49491DC0}" type="pres">
      <dgm:prSet presAssocID="{34E50AD6-1431-479A-AC3A-186DA8982C04}" presName="textRect" presStyleLbl="revTx" presStyleIdx="4" presStyleCnt="7">
        <dgm:presLayoutVars>
          <dgm:chMax val="1"/>
          <dgm:chPref val="1"/>
        </dgm:presLayoutVars>
      </dgm:prSet>
      <dgm:spPr/>
    </dgm:pt>
    <dgm:pt modelId="{432358C2-2026-4BC6-ABE6-9FAA07343288}" type="pres">
      <dgm:prSet presAssocID="{8FC26CDD-9CB1-412D-A71F-554D6075340E}" presName="sibTrans" presStyleLbl="sibTrans2D1" presStyleIdx="0" presStyleCnt="0"/>
      <dgm:spPr/>
    </dgm:pt>
    <dgm:pt modelId="{D1978896-CF1A-49CF-A665-D07B053AECC7}" type="pres">
      <dgm:prSet presAssocID="{5F72C4FA-9F8C-49D7-B2E9-30CF092A1889}" presName="compNode" presStyleCnt="0"/>
      <dgm:spPr/>
    </dgm:pt>
    <dgm:pt modelId="{64E90C67-582A-45B4-9BE1-F4B9148AC9C4}" type="pres">
      <dgm:prSet presAssocID="{5F72C4FA-9F8C-49D7-B2E9-30CF092A1889}" presName="iconBgRect" presStyleLbl="bgShp" presStyleIdx="5" presStyleCnt="7"/>
      <dgm:spPr/>
    </dgm:pt>
    <dgm:pt modelId="{490BE455-C1AD-44B2-B708-11FA1D8DCC63}" type="pres">
      <dgm:prSet presAssocID="{5F72C4FA-9F8C-49D7-B2E9-30CF092A188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6D01EEC-3A68-478C-9726-C47825090E1B}" type="pres">
      <dgm:prSet presAssocID="{5F72C4FA-9F8C-49D7-B2E9-30CF092A1889}" presName="spaceRect" presStyleCnt="0"/>
      <dgm:spPr/>
    </dgm:pt>
    <dgm:pt modelId="{DD4CACD5-622D-4C68-AB4A-0CF6EAEADB89}" type="pres">
      <dgm:prSet presAssocID="{5F72C4FA-9F8C-49D7-B2E9-30CF092A1889}" presName="textRect" presStyleLbl="revTx" presStyleIdx="5" presStyleCnt="7">
        <dgm:presLayoutVars>
          <dgm:chMax val="1"/>
          <dgm:chPref val="1"/>
        </dgm:presLayoutVars>
      </dgm:prSet>
      <dgm:spPr/>
    </dgm:pt>
    <dgm:pt modelId="{691736B9-84FA-4154-AC12-8156DCFB3C21}" type="pres">
      <dgm:prSet presAssocID="{ACD9C6BC-41FA-4DBE-85D9-A321D2F00B0B}" presName="sibTrans" presStyleLbl="sibTrans2D1" presStyleIdx="0" presStyleCnt="0"/>
      <dgm:spPr/>
    </dgm:pt>
    <dgm:pt modelId="{E41E9E34-4761-4904-A75C-800D11124ED5}" type="pres">
      <dgm:prSet presAssocID="{9C2099A9-2360-4E32-BA35-8171BE4F0473}" presName="compNode" presStyleCnt="0"/>
      <dgm:spPr/>
    </dgm:pt>
    <dgm:pt modelId="{9118D445-4144-4384-93F5-B4AC65D9572C}" type="pres">
      <dgm:prSet presAssocID="{9C2099A9-2360-4E32-BA35-8171BE4F0473}" presName="iconBgRect" presStyleLbl="bgShp" presStyleIdx="6" presStyleCnt="7"/>
      <dgm:spPr/>
    </dgm:pt>
    <dgm:pt modelId="{411CCDEC-1467-4287-A960-756E45728B9B}" type="pres">
      <dgm:prSet presAssocID="{9C2099A9-2360-4E32-BA35-8171BE4F047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574C908-0FCD-471E-9E54-3E8B9DB4AE35}" type="pres">
      <dgm:prSet presAssocID="{9C2099A9-2360-4E32-BA35-8171BE4F0473}" presName="spaceRect" presStyleCnt="0"/>
      <dgm:spPr/>
    </dgm:pt>
    <dgm:pt modelId="{E0A4890B-5544-49A3-9904-916097298C97}" type="pres">
      <dgm:prSet presAssocID="{9C2099A9-2360-4E32-BA35-8171BE4F047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5874F0D-9270-42EF-8CE7-CAB5D16CAF0C}" type="presOf" srcId="{5F72C4FA-9F8C-49D7-B2E9-30CF092A1889}" destId="{DD4CACD5-622D-4C68-AB4A-0CF6EAEADB89}" srcOrd="0" destOrd="0" presId="urn:microsoft.com/office/officeart/2018/2/layout/IconCircleList"/>
    <dgm:cxn modelId="{7017910F-B7D6-4789-8A5A-9505DCBF589D}" srcId="{43B287EA-1749-4C17-B84D-DDB58C250D86}" destId="{11719E9D-D7FA-46A8-BAC8-9FDFAB2CF236}" srcOrd="2" destOrd="0" parTransId="{8CBE21E1-4761-49F8-937D-1C7D3476B5AE}" sibTransId="{ADCB9D05-5264-4F55-BA40-BD2C13D38D9C}"/>
    <dgm:cxn modelId="{96798724-EBD8-438A-B49F-76D4968FC67D}" type="presOf" srcId="{6985ED36-691B-4335-AD68-426E4E9D9F4B}" destId="{B7F7B507-9122-44C5-A305-77A3BD966DA1}" srcOrd="0" destOrd="0" presId="urn:microsoft.com/office/officeart/2018/2/layout/IconCircleList"/>
    <dgm:cxn modelId="{E9A32239-B6E7-452A-8085-BBDACF41695A}" type="presOf" srcId="{90282C18-2713-43E7-96ED-370D94AFAFD4}" destId="{27B99D81-0408-4551-ACC8-ADF0F20F12B0}" srcOrd="0" destOrd="0" presId="urn:microsoft.com/office/officeart/2018/2/layout/IconCircleList"/>
    <dgm:cxn modelId="{DA308C60-12F6-4519-A28E-F62489DBDC09}" type="presOf" srcId="{ACD9C6BC-41FA-4DBE-85D9-A321D2F00B0B}" destId="{691736B9-84FA-4154-AC12-8156DCFB3C21}" srcOrd="0" destOrd="0" presId="urn:microsoft.com/office/officeart/2018/2/layout/IconCircleList"/>
    <dgm:cxn modelId="{4A296641-5ED9-4714-A73C-09D03FB09EED}" type="presOf" srcId="{8FC26CDD-9CB1-412D-A71F-554D6075340E}" destId="{432358C2-2026-4BC6-ABE6-9FAA07343288}" srcOrd="0" destOrd="0" presId="urn:microsoft.com/office/officeart/2018/2/layout/IconCircleList"/>
    <dgm:cxn modelId="{6BD2B242-2413-4B47-912F-6271F82441E1}" type="presOf" srcId="{26A751FA-0582-4D54-9B36-FF27F52FE8E4}" destId="{83905B21-9CDA-4362-92B0-2F6A8A6E0474}" srcOrd="0" destOrd="0" presId="urn:microsoft.com/office/officeart/2018/2/layout/IconCircleList"/>
    <dgm:cxn modelId="{C3A19B65-D15C-4DA0-A167-9E2ABF469E41}" srcId="{43B287EA-1749-4C17-B84D-DDB58C250D86}" destId="{34E50AD6-1431-479A-AC3A-186DA8982C04}" srcOrd="4" destOrd="0" parTransId="{8716E435-51BD-4E56-96A8-3749C4AB4AB4}" sibTransId="{8FC26CDD-9CB1-412D-A71F-554D6075340E}"/>
    <dgm:cxn modelId="{F1490449-A79C-4E23-8E79-0E0BB4E602D4}" type="presOf" srcId="{9C2099A9-2360-4E32-BA35-8171BE4F0473}" destId="{E0A4890B-5544-49A3-9904-916097298C97}" srcOrd="0" destOrd="0" presId="urn:microsoft.com/office/officeart/2018/2/layout/IconCircleList"/>
    <dgm:cxn modelId="{D0F0DF69-EDB7-413D-AD5C-A328F8F0A28A}" srcId="{43B287EA-1749-4C17-B84D-DDB58C250D86}" destId="{9C2099A9-2360-4E32-BA35-8171BE4F0473}" srcOrd="6" destOrd="0" parTransId="{0A73F7EF-0C1C-48A1-AA70-623631D799DE}" sibTransId="{8FC86D13-CD9A-4F68-93A4-2DAF67A4B895}"/>
    <dgm:cxn modelId="{0F5A8D4A-6B66-4991-AF67-675FD8128268}" srcId="{43B287EA-1749-4C17-B84D-DDB58C250D86}" destId="{5F72C4FA-9F8C-49D7-B2E9-30CF092A1889}" srcOrd="5" destOrd="0" parTransId="{DC6AAA49-B419-4EC2-A84C-E1FD38860568}" sibTransId="{ACD9C6BC-41FA-4DBE-85D9-A321D2F00B0B}"/>
    <dgm:cxn modelId="{9A118380-F338-4124-BC3F-C2653EE0FF7B}" type="presOf" srcId="{ADCB9D05-5264-4F55-BA40-BD2C13D38D9C}" destId="{B19AB5C8-5404-4060-A0FA-27E3CE5046F2}" srcOrd="0" destOrd="0" presId="urn:microsoft.com/office/officeart/2018/2/layout/IconCircleList"/>
    <dgm:cxn modelId="{FC210AAF-7B16-4C64-B2EC-E22A8D745584}" type="presOf" srcId="{43B287EA-1749-4C17-B84D-DDB58C250D86}" destId="{CA0A3F32-8FFD-4C47-832B-419D097B4B45}" srcOrd="0" destOrd="0" presId="urn:microsoft.com/office/officeart/2018/2/layout/IconCircleList"/>
    <dgm:cxn modelId="{0B263CB7-8ED1-455A-A6A2-FD999B2C1635}" srcId="{43B287EA-1749-4C17-B84D-DDB58C250D86}" destId="{90282C18-2713-43E7-96ED-370D94AFAFD4}" srcOrd="0" destOrd="0" parTransId="{8CFCBED4-B882-4FAA-858E-B551CF4BB212}" sibTransId="{D0D6A62C-4675-4060-B3A4-CFAAC198C1E7}"/>
    <dgm:cxn modelId="{5CC74AC4-F35E-4E73-8452-2157BC1458B1}" type="presOf" srcId="{3F60A7FD-25D5-4FE9-9826-21DD6D42410E}" destId="{B68A2F8A-346A-439D-AE19-B5354A2BB7D9}" srcOrd="0" destOrd="0" presId="urn:microsoft.com/office/officeart/2018/2/layout/IconCircleList"/>
    <dgm:cxn modelId="{F327C9C7-5E97-4F9F-993A-BC4A8EDDBB18}" srcId="{43B287EA-1749-4C17-B84D-DDB58C250D86}" destId="{3F60A7FD-25D5-4FE9-9826-21DD6D42410E}" srcOrd="1" destOrd="0" parTransId="{855507F7-2E1E-45B5-8256-587B60238C13}" sibTransId="{26A751FA-0582-4D54-9B36-FF27F52FE8E4}"/>
    <dgm:cxn modelId="{50B13CD5-4C6D-4AA8-8652-0A9E405D2F01}" type="presOf" srcId="{34E50AD6-1431-479A-AC3A-186DA8982C04}" destId="{3E38D71B-AF97-4FB9-8539-E87E49491DC0}" srcOrd="0" destOrd="0" presId="urn:microsoft.com/office/officeart/2018/2/layout/IconCircleList"/>
    <dgm:cxn modelId="{03B75ADC-76B0-43C1-AA02-C929B2242539}" type="presOf" srcId="{11719E9D-D7FA-46A8-BAC8-9FDFAB2CF236}" destId="{C3CEB418-8442-4396-9D88-4A253FB16EC6}" srcOrd="0" destOrd="0" presId="urn:microsoft.com/office/officeart/2018/2/layout/IconCircleList"/>
    <dgm:cxn modelId="{172A10E5-397B-455D-9F55-81EED40E8070}" type="presOf" srcId="{FD005307-7492-4FAB-BF14-60CBF13FE1E6}" destId="{D2EDD2A4-2CAD-4E80-9571-AF6F287A971B}" srcOrd="0" destOrd="0" presId="urn:microsoft.com/office/officeart/2018/2/layout/IconCircleList"/>
    <dgm:cxn modelId="{E9FF37E9-7008-4DEC-AEF3-CFAE16D74CF1}" type="presOf" srcId="{D0D6A62C-4675-4060-B3A4-CFAAC198C1E7}" destId="{CA8CB987-57C3-423F-B12B-3A6450F870E6}" srcOrd="0" destOrd="0" presId="urn:microsoft.com/office/officeart/2018/2/layout/IconCircleList"/>
    <dgm:cxn modelId="{40748CFA-6AA7-4A10-AD18-D40F2EBF3E76}" srcId="{43B287EA-1749-4C17-B84D-DDB58C250D86}" destId="{6985ED36-691B-4335-AD68-426E4E9D9F4B}" srcOrd="3" destOrd="0" parTransId="{2012EF58-7AA9-4F31-A2FD-EF4D3F42F89D}" sibTransId="{FD005307-7492-4FAB-BF14-60CBF13FE1E6}"/>
    <dgm:cxn modelId="{D2046867-F965-49F1-8CBA-3F40F50FCDD8}" type="presParOf" srcId="{CA0A3F32-8FFD-4C47-832B-419D097B4B45}" destId="{139E1897-1AC1-4AB5-86B8-CB5BBFC502A8}" srcOrd="0" destOrd="0" presId="urn:microsoft.com/office/officeart/2018/2/layout/IconCircleList"/>
    <dgm:cxn modelId="{97E4F271-F4DE-44D2-B448-22DFF84381D2}" type="presParOf" srcId="{139E1897-1AC1-4AB5-86B8-CB5BBFC502A8}" destId="{172E3130-4DF2-41B0-A987-FF2327BF9C74}" srcOrd="0" destOrd="0" presId="urn:microsoft.com/office/officeart/2018/2/layout/IconCircleList"/>
    <dgm:cxn modelId="{5049EBAE-1AD1-4509-8051-ED700C1A9A0F}" type="presParOf" srcId="{172E3130-4DF2-41B0-A987-FF2327BF9C74}" destId="{24A1106A-4803-4B11-871D-5DA04029CE90}" srcOrd="0" destOrd="0" presId="urn:microsoft.com/office/officeart/2018/2/layout/IconCircleList"/>
    <dgm:cxn modelId="{30B1D996-BC96-4AB9-8033-3B8C5A734FE0}" type="presParOf" srcId="{172E3130-4DF2-41B0-A987-FF2327BF9C74}" destId="{465A2065-056C-4C4F-BF88-DFCAD253CC4E}" srcOrd="1" destOrd="0" presId="urn:microsoft.com/office/officeart/2018/2/layout/IconCircleList"/>
    <dgm:cxn modelId="{E9830979-3ECC-42DE-B490-6E31809405EC}" type="presParOf" srcId="{172E3130-4DF2-41B0-A987-FF2327BF9C74}" destId="{D9E8B5BC-6EFE-44EA-A47D-627949751956}" srcOrd="2" destOrd="0" presId="urn:microsoft.com/office/officeart/2018/2/layout/IconCircleList"/>
    <dgm:cxn modelId="{09110AE2-75D8-4078-A3D8-87F58C360741}" type="presParOf" srcId="{172E3130-4DF2-41B0-A987-FF2327BF9C74}" destId="{27B99D81-0408-4551-ACC8-ADF0F20F12B0}" srcOrd="3" destOrd="0" presId="urn:microsoft.com/office/officeart/2018/2/layout/IconCircleList"/>
    <dgm:cxn modelId="{63F134ED-76C7-4752-A3F8-72202E23E447}" type="presParOf" srcId="{139E1897-1AC1-4AB5-86B8-CB5BBFC502A8}" destId="{CA8CB987-57C3-423F-B12B-3A6450F870E6}" srcOrd="1" destOrd="0" presId="urn:microsoft.com/office/officeart/2018/2/layout/IconCircleList"/>
    <dgm:cxn modelId="{C478DE19-032B-4F26-90F0-D360258FF2AD}" type="presParOf" srcId="{139E1897-1AC1-4AB5-86B8-CB5BBFC502A8}" destId="{2AEFFC30-242D-4377-BD3F-45685493DA7A}" srcOrd="2" destOrd="0" presId="urn:microsoft.com/office/officeart/2018/2/layout/IconCircleList"/>
    <dgm:cxn modelId="{77BB2ED3-017A-4607-A6FD-4F95D5BA6601}" type="presParOf" srcId="{2AEFFC30-242D-4377-BD3F-45685493DA7A}" destId="{D92E4E8D-8B44-4E0C-A1E9-6ED3A427DB6E}" srcOrd="0" destOrd="0" presId="urn:microsoft.com/office/officeart/2018/2/layout/IconCircleList"/>
    <dgm:cxn modelId="{904DC6B2-0BD5-40F5-96D1-25567703E8AA}" type="presParOf" srcId="{2AEFFC30-242D-4377-BD3F-45685493DA7A}" destId="{CA701CBC-A5B0-4B13-B220-D409051E5E64}" srcOrd="1" destOrd="0" presId="urn:microsoft.com/office/officeart/2018/2/layout/IconCircleList"/>
    <dgm:cxn modelId="{C0FFC0D6-FC1F-422B-A36B-E7F859D71064}" type="presParOf" srcId="{2AEFFC30-242D-4377-BD3F-45685493DA7A}" destId="{59F97309-73B4-4A80-9C0B-41DCD9D685A3}" srcOrd="2" destOrd="0" presId="urn:microsoft.com/office/officeart/2018/2/layout/IconCircleList"/>
    <dgm:cxn modelId="{0C2AD1A6-603B-4649-8658-A0BA8F4FB271}" type="presParOf" srcId="{2AEFFC30-242D-4377-BD3F-45685493DA7A}" destId="{B68A2F8A-346A-439D-AE19-B5354A2BB7D9}" srcOrd="3" destOrd="0" presId="urn:microsoft.com/office/officeart/2018/2/layout/IconCircleList"/>
    <dgm:cxn modelId="{69DA32D7-1E1D-4EA3-B4D6-332EB031A61E}" type="presParOf" srcId="{139E1897-1AC1-4AB5-86B8-CB5BBFC502A8}" destId="{83905B21-9CDA-4362-92B0-2F6A8A6E0474}" srcOrd="3" destOrd="0" presId="urn:microsoft.com/office/officeart/2018/2/layout/IconCircleList"/>
    <dgm:cxn modelId="{5F5FAB88-E676-4D3E-A1DF-7A9AC134F489}" type="presParOf" srcId="{139E1897-1AC1-4AB5-86B8-CB5BBFC502A8}" destId="{2E5DB1ED-49EE-48F5-B6B7-5749471E2BEE}" srcOrd="4" destOrd="0" presId="urn:microsoft.com/office/officeart/2018/2/layout/IconCircleList"/>
    <dgm:cxn modelId="{C4D82617-8093-4F7C-9220-B32B0014C514}" type="presParOf" srcId="{2E5DB1ED-49EE-48F5-B6B7-5749471E2BEE}" destId="{F077687E-24DD-496A-815C-AC7AB4837F88}" srcOrd="0" destOrd="0" presId="urn:microsoft.com/office/officeart/2018/2/layout/IconCircleList"/>
    <dgm:cxn modelId="{105212DD-1213-4550-AEB2-E8EED884866D}" type="presParOf" srcId="{2E5DB1ED-49EE-48F5-B6B7-5749471E2BEE}" destId="{D7558013-759E-4B3A-BF49-400DC537DDC9}" srcOrd="1" destOrd="0" presId="urn:microsoft.com/office/officeart/2018/2/layout/IconCircleList"/>
    <dgm:cxn modelId="{18F20EA6-90F3-4A1F-B1FD-3F14B77772EA}" type="presParOf" srcId="{2E5DB1ED-49EE-48F5-B6B7-5749471E2BEE}" destId="{8358002F-D4CC-44AF-B7B8-98303A6A031F}" srcOrd="2" destOrd="0" presId="urn:microsoft.com/office/officeart/2018/2/layout/IconCircleList"/>
    <dgm:cxn modelId="{7896B65E-74B7-41CA-8550-9FF233070B2D}" type="presParOf" srcId="{2E5DB1ED-49EE-48F5-B6B7-5749471E2BEE}" destId="{C3CEB418-8442-4396-9D88-4A253FB16EC6}" srcOrd="3" destOrd="0" presId="urn:microsoft.com/office/officeart/2018/2/layout/IconCircleList"/>
    <dgm:cxn modelId="{3559E033-9003-426C-851E-87561D92E41F}" type="presParOf" srcId="{139E1897-1AC1-4AB5-86B8-CB5BBFC502A8}" destId="{B19AB5C8-5404-4060-A0FA-27E3CE5046F2}" srcOrd="5" destOrd="0" presId="urn:microsoft.com/office/officeart/2018/2/layout/IconCircleList"/>
    <dgm:cxn modelId="{EDC4E0A5-9DAE-4504-9098-00FCA56DEA37}" type="presParOf" srcId="{139E1897-1AC1-4AB5-86B8-CB5BBFC502A8}" destId="{B140FF40-B25F-499C-A39B-7F1B572A528B}" srcOrd="6" destOrd="0" presId="urn:microsoft.com/office/officeart/2018/2/layout/IconCircleList"/>
    <dgm:cxn modelId="{51FD92B2-EE35-442D-831C-6BD4788D71FF}" type="presParOf" srcId="{B140FF40-B25F-499C-A39B-7F1B572A528B}" destId="{55A8D0B0-E35D-4302-87F1-FA7CFD57C313}" srcOrd="0" destOrd="0" presId="urn:microsoft.com/office/officeart/2018/2/layout/IconCircleList"/>
    <dgm:cxn modelId="{682DD759-3C7F-4EC7-848E-BCFFF55D448C}" type="presParOf" srcId="{B140FF40-B25F-499C-A39B-7F1B572A528B}" destId="{50E5661A-D706-42CD-8C1D-E34229B59A4B}" srcOrd="1" destOrd="0" presId="urn:microsoft.com/office/officeart/2018/2/layout/IconCircleList"/>
    <dgm:cxn modelId="{03917B17-9564-415C-8664-2630B6CDD70F}" type="presParOf" srcId="{B140FF40-B25F-499C-A39B-7F1B572A528B}" destId="{5B4808D9-8E17-4698-ABAE-CD348C4DF078}" srcOrd="2" destOrd="0" presId="urn:microsoft.com/office/officeart/2018/2/layout/IconCircleList"/>
    <dgm:cxn modelId="{6883CFE2-3546-46BF-8AD1-D6A2C501E59E}" type="presParOf" srcId="{B140FF40-B25F-499C-A39B-7F1B572A528B}" destId="{B7F7B507-9122-44C5-A305-77A3BD966DA1}" srcOrd="3" destOrd="0" presId="urn:microsoft.com/office/officeart/2018/2/layout/IconCircleList"/>
    <dgm:cxn modelId="{CDB71FCB-DF4F-40D9-862B-0E1C7C01F6D3}" type="presParOf" srcId="{139E1897-1AC1-4AB5-86B8-CB5BBFC502A8}" destId="{D2EDD2A4-2CAD-4E80-9571-AF6F287A971B}" srcOrd="7" destOrd="0" presId="urn:microsoft.com/office/officeart/2018/2/layout/IconCircleList"/>
    <dgm:cxn modelId="{01BB5B56-4668-4A5D-9A80-162E55522605}" type="presParOf" srcId="{139E1897-1AC1-4AB5-86B8-CB5BBFC502A8}" destId="{515D02D3-294D-4DF5-8353-AF4840DF6CDC}" srcOrd="8" destOrd="0" presId="urn:microsoft.com/office/officeart/2018/2/layout/IconCircleList"/>
    <dgm:cxn modelId="{5BB81A91-909B-4E45-82C5-6F50CE534082}" type="presParOf" srcId="{515D02D3-294D-4DF5-8353-AF4840DF6CDC}" destId="{B15D5F61-1D60-46C8-8E09-4E1021EA00FB}" srcOrd="0" destOrd="0" presId="urn:microsoft.com/office/officeart/2018/2/layout/IconCircleList"/>
    <dgm:cxn modelId="{E29FB696-7693-443E-8CFC-5FD564294239}" type="presParOf" srcId="{515D02D3-294D-4DF5-8353-AF4840DF6CDC}" destId="{22B5BDB4-3648-4167-8948-7DF43482EDF4}" srcOrd="1" destOrd="0" presId="urn:microsoft.com/office/officeart/2018/2/layout/IconCircleList"/>
    <dgm:cxn modelId="{F5FEA0F4-F407-44D3-A357-C60DDCE448F3}" type="presParOf" srcId="{515D02D3-294D-4DF5-8353-AF4840DF6CDC}" destId="{AF2CD600-6882-4703-8D9F-A7AF15243576}" srcOrd="2" destOrd="0" presId="urn:microsoft.com/office/officeart/2018/2/layout/IconCircleList"/>
    <dgm:cxn modelId="{374596B9-C8E3-4961-92E8-E8BC3EBA3994}" type="presParOf" srcId="{515D02D3-294D-4DF5-8353-AF4840DF6CDC}" destId="{3E38D71B-AF97-4FB9-8539-E87E49491DC0}" srcOrd="3" destOrd="0" presId="urn:microsoft.com/office/officeart/2018/2/layout/IconCircleList"/>
    <dgm:cxn modelId="{D5FB1F87-5690-4EB4-A692-1540309D026C}" type="presParOf" srcId="{139E1897-1AC1-4AB5-86B8-CB5BBFC502A8}" destId="{432358C2-2026-4BC6-ABE6-9FAA07343288}" srcOrd="9" destOrd="0" presId="urn:microsoft.com/office/officeart/2018/2/layout/IconCircleList"/>
    <dgm:cxn modelId="{26C352AF-6C1B-4B88-9554-57C0AB2F8794}" type="presParOf" srcId="{139E1897-1AC1-4AB5-86B8-CB5BBFC502A8}" destId="{D1978896-CF1A-49CF-A665-D07B053AECC7}" srcOrd="10" destOrd="0" presId="urn:microsoft.com/office/officeart/2018/2/layout/IconCircleList"/>
    <dgm:cxn modelId="{82177D71-2D04-4A08-9261-253962DBD587}" type="presParOf" srcId="{D1978896-CF1A-49CF-A665-D07B053AECC7}" destId="{64E90C67-582A-45B4-9BE1-F4B9148AC9C4}" srcOrd="0" destOrd="0" presId="urn:microsoft.com/office/officeart/2018/2/layout/IconCircleList"/>
    <dgm:cxn modelId="{6A292FE8-802A-4531-8A68-7887816ECFFD}" type="presParOf" srcId="{D1978896-CF1A-49CF-A665-D07B053AECC7}" destId="{490BE455-C1AD-44B2-B708-11FA1D8DCC63}" srcOrd="1" destOrd="0" presId="urn:microsoft.com/office/officeart/2018/2/layout/IconCircleList"/>
    <dgm:cxn modelId="{7ADB9620-E347-4791-8CE2-94EB8D8987AE}" type="presParOf" srcId="{D1978896-CF1A-49CF-A665-D07B053AECC7}" destId="{26D01EEC-3A68-478C-9726-C47825090E1B}" srcOrd="2" destOrd="0" presId="urn:microsoft.com/office/officeart/2018/2/layout/IconCircleList"/>
    <dgm:cxn modelId="{CC702F79-AD05-4339-8CBC-F89E48484CCD}" type="presParOf" srcId="{D1978896-CF1A-49CF-A665-D07B053AECC7}" destId="{DD4CACD5-622D-4C68-AB4A-0CF6EAEADB89}" srcOrd="3" destOrd="0" presId="urn:microsoft.com/office/officeart/2018/2/layout/IconCircleList"/>
    <dgm:cxn modelId="{6FE5AD1E-BF43-4B20-9397-2C6F3F14A797}" type="presParOf" srcId="{139E1897-1AC1-4AB5-86B8-CB5BBFC502A8}" destId="{691736B9-84FA-4154-AC12-8156DCFB3C21}" srcOrd="11" destOrd="0" presId="urn:microsoft.com/office/officeart/2018/2/layout/IconCircleList"/>
    <dgm:cxn modelId="{EE192671-A99E-4746-9C28-787425226F54}" type="presParOf" srcId="{139E1897-1AC1-4AB5-86B8-CB5BBFC502A8}" destId="{E41E9E34-4761-4904-A75C-800D11124ED5}" srcOrd="12" destOrd="0" presId="urn:microsoft.com/office/officeart/2018/2/layout/IconCircleList"/>
    <dgm:cxn modelId="{6BD813F2-AD92-4700-9ACC-A4E86860AE85}" type="presParOf" srcId="{E41E9E34-4761-4904-A75C-800D11124ED5}" destId="{9118D445-4144-4384-93F5-B4AC65D9572C}" srcOrd="0" destOrd="0" presId="urn:microsoft.com/office/officeart/2018/2/layout/IconCircleList"/>
    <dgm:cxn modelId="{7810DDBF-E371-4C9D-B83D-B855FBBF660E}" type="presParOf" srcId="{E41E9E34-4761-4904-A75C-800D11124ED5}" destId="{411CCDEC-1467-4287-A960-756E45728B9B}" srcOrd="1" destOrd="0" presId="urn:microsoft.com/office/officeart/2018/2/layout/IconCircleList"/>
    <dgm:cxn modelId="{9F0C8805-BEDF-482B-BD1D-2702CDBF2F98}" type="presParOf" srcId="{E41E9E34-4761-4904-A75C-800D11124ED5}" destId="{7574C908-0FCD-471E-9E54-3E8B9DB4AE35}" srcOrd="2" destOrd="0" presId="urn:microsoft.com/office/officeart/2018/2/layout/IconCircleList"/>
    <dgm:cxn modelId="{AAB29360-0A2C-4F1F-9A5E-3DB7DAA38158}" type="presParOf" srcId="{E41E9E34-4761-4904-A75C-800D11124ED5}" destId="{E0A4890B-5544-49A3-9904-916097298C9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6E23C1-FC9E-4D59-8E55-39FB7CCA08B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23D407-42D0-4116-B879-E6209649F6C2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i="0" baseline="0" dirty="0"/>
            <a:t>Frontend</a:t>
          </a:r>
          <a:endParaRPr lang="en-US" dirty="0"/>
        </a:p>
      </dgm:t>
    </dgm:pt>
    <dgm:pt modelId="{E32E91C9-9BFA-4A70-B166-689C4EE95074}" type="parTrans" cxnId="{06E485C3-993F-4A0B-BE76-76C2671592B2}">
      <dgm:prSet/>
      <dgm:spPr/>
      <dgm:t>
        <a:bodyPr/>
        <a:lstStyle/>
        <a:p>
          <a:endParaRPr lang="en-US"/>
        </a:p>
      </dgm:t>
    </dgm:pt>
    <dgm:pt modelId="{E25E4C68-7F41-4211-978D-F3CDFCDFA7E0}" type="sibTrans" cxnId="{06E485C3-993F-4A0B-BE76-76C2671592B2}">
      <dgm:prSet/>
      <dgm:spPr/>
      <dgm:t>
        <a:bodyPr/>
        <a:lstStyle/>
        <a:p>
          <a:endParaRPr lang="en-US"/>
        </a:p>
      </dgm:t>
    </dgm:pt>
    <dgm:pt modelId="{8A899FE7-8466-41D6-988A-D68EBD1DA523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React (Vite)</a:t>
          </a:r>
          <a:endParaRPr lang="en-US"/>
        </a:p>
      </dgm:t>
    </dgm:pt>
    <dgm:pt modelId="{43D7D6B2-EE7C-440B-B2E1-28133C506C72}" type="parTrans" cxnId="{880228A4-9742-45AD-A8E6-3C435FE850E3}">
      <dgm:prSet/>
      <dgm:spPr/>
      <dgm:t>
        <a:bodyPr/>
        <a:lstStyle/>
        <a:p>
          <a:endParaRPr lang="en-US"/>
        </a:p>
      </dgm:t>
    </dgm:pt>
    <dgm:pt modelId="{F8265628-D346-4DB9-958A-A9DCEDCC2FD0}" type="sibTrans" cxnId="{880228A4-9742-45AD-A8E6-3C435FE850E3}">
      <dgm:prSet/>
      <dgm:spPr/>
      <dgm:t>
        <a:bodyPr/>
        <a:lstStyle/>
        <a:p>
          <a:endParaRPr lang="en-US"/>
        </a:p>
      </dgm:t>
    </dgm:pt>
    <dgm:pt modelId="{50C7AC15-6BC3-4E6A-8395-7C8D0A36C6D9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React Router</a:t>
          </a:r>
          <a:endParaRPr lang="en-US"/>
        </a:p>
      </dgm:t>
    </dgm:pt>
    <dgm:pt modelId="{1D4F54C8-F5F1-4C4D-AFE3-67C37FDA803F}" type="parTrans" cxnId="{12CA979F-4861-420D-AF14-86F38A3BE541}">
      <dgm:prSet/>
      <dgm:spPr/>
      <dgm:t>
        <a:bodyPr/>
        <a:lstStyle/>
        <a:p>
          <a:endParaRPr lang="en-US"/>
        </a:p>
      </dgm:t>
    </dgm:pt>
    <dgm:pt modelId="{65C69166-B693-410B-BA14-3634A4868B7E}" type="sibTrans" cxnId="{12CA979F-4861-420D-AF14-86F38A3BE541}">
      <dgm:prSet/>
      <dgm:spPr/>
      <dgm:t>
        <a:bodyPr/>
        <a:lstStyle/>
        <a:p>
          <a:endParaRPr lang="en-US"/>
        </a:p>
      </dgm:t>
    </dgm:pt>
    <dgm:pt modelId="{69955AE1-CD2E-4E03-A7EF-DE04AA4B2916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Tailwind CSS</a:t>
          </a:r>
          <a:endParaRPr lang="en-US"/>
        </a:p>
      </dgm:t>
    </dgm:pt>
    <dgm:pt modelId="{A382C80F-F4CE-4272-8226-479591BB45B3}" type="parTrans" cxnId="{925E8C9C-D360-46D6-A3DC-069992DCA7FC}">
      <dgm:prSet/>
      <dgm:spPr/>
      <dgm:t>
        <a:bodyPr/>
        <a:lstStyle/>
        <a:p>
          <a:endParaRPr lang="en-US"/>
        </a:p>
      </dgm:t>
    </dgm:pt>
    <dgm:pt modelId="{7BC17883-0779-4CFC-A310-812DDFE9DF41}" type="sibTrans" cxnId="{925E8C9C-D360-46D6-A3DC-069992DCA7FC}">
      <dgm:prSet/>
      <dgm:spPr/>
      <dgm:t>
        <a:bodyPr/>
        <a:lstStyle/>
        <a:p>
          <a:endParaRPr lang="en-US"/>
        </a:p>
      </dgm:t>
    </dgm:pt>
    <dgm:pt modelId="{FA313C6B-863A-4EA0-9545-3840AC578180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HeroIcons</a:t>
          </a:r>
          <a:endParaRPr lang="en-US"/>
        </a:p>
      </dgm:t>
    </dgm:pt>
    <dgm:pt modelId="{AA3AC578-3657-42BC-BEAE-02D5E1B6906D}" type="parTrans" cxnId="{5B5A179F-86D8-42BF-85CD-8D26AFF9D8AE}">
      <dgm:prSet/>
      <dgm:spPr/>
      <dgm:t>
        <a:bodyPr/>
        <a:lstStyle/>
        <a:p>
          <a:endParaRPr lang="en-US"/>
        </a:p>
      </dgm:t>
    </dgm:pt>
    <dgm:pt modelId="{67475503-62BC-4314-80D8-3A96150471E6}" type="sibTrans" cxnId="{5B5A179F-86D8-42BF-85CD-8D26AFF9D8AE}">
      <dgm:prSet/>
      <dgm:spPr/>
      <dgm:t>
        <a:bodyPr/>
        <a:lstStyle/>
        <a:p>
          <a:endParaRPr lang="en-US"/>
        </a:p>
      </dgm:t>
    </dgm:pt>
    <dgm:pt modelId="{447703A4-FCE3-499C-9B7B-7B14907D8D63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i="0" baseline="0" dirty="0"/>
            <a:t>Backend / Cloud</a:t>
          </a:r>
          <a:endParaRPr lang="en-US" dirty="0"/>
        </a:p>
      </dgm:t>
    </dgm:pt>
    <dgm:pt modelId="{F935E7DF-202D-4ADC-8BC4-9CD01FD102E6}" type="parTrans" cxnId="{236EEF7C-4D66-465D-96A3-783F0F18F106}">
      <dgm:prSet/>
      <dgm:spPr/>
      <dgm:t>
        <a:bodyPr/>
        <a:lstStyle/>
        <a:p>
          <a:endParaRPr lang="en-US"/>
        </a:p>
      </dgm:t>
    </dgm:pt>
    <dgm:pt modelId="{1AB7563A-86B2-45F8-B6E4-E0B297A0A6A0}" type="sibTrans" cxnId="{236EEF7C-4D66-465D-96A3-783F0F18F106}">
      <dgm:prSet/>
      <dgm:spPr/>
      <dgm:t>
        <a:bodyPr/>
        <a:lstStyle/>
        <a:p>
          <a:endParaRPr lang="en-US"/>
        </a:p>
      </dgm:t>
    </dgm:pt>
    <dgm:pt modelId="{8F99F5AC-62DE-42F1-8E55-D05DAECB27A5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Firebase Authentication</a:t>
          </a:r>
          <a:endParaRPr lang="en-US"/>
        </a:p>
      </dgm:t>
    </dgm:pt>
    <dgm:pt modelId="{00DC12AB-9B33-4056-BEEA-E7F93F6F7E09}" type="parTrans" cxnId="{EA2530EF-50CF-4D32-B8CC-E78C0AE80A8C}">
      <dgm:prSet/>
      <dgm:spPr/>
      <dgm:t>
        <a:bodyPr/>
        <a:lstStyle/>
        <a:p>
          <a:endParaRPr lang="en-US"/>
        </a:p>
      </dgm:t>
    </dgm:pt>
    <dgm:pt modelId="{F2882CF3-3356-462D-93A7-0A3C9D696C18}" type="sibTrans" cxnId="{EA2530EF-50CF-4D32-B8CC-E78C0AE80A8C}">
      <dgm:prSet/>
      <dgm:spPr/>
      <dgm:t>
        <a:bodyPr/>
        <a:lstStyle/>
        <a:p>
          <a:endParaRPr lang="en-US"/>
        </a:p>
      </dgm:t>
    </dgm:pt>
    <dgm:pt modelId="{54A1FCF1-353D-47EF-A661-2BD25B5A7F7C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 dirty="0"/>
            <a:t>Cloud Firestore Database</a:t>
          </a:r>
          <a:endParaRPr lang="en-US" dirty="0"/>
        </a:p>
      </dgm:t>
    </dgm:pt>
    <dgm:pt modelId="{20B6B849-E886-4933-89A3-6C0FE9344D25}" type="parTrans" cxnId="{49998A21-ADB9-4C46-9F81-0BC6426C7CAA}">
      <dgm:prSet/>
      <dgm:spPr/>
      <dgm:t>
        <a:bodyPr/>
        <a:lstStyle/>
        <a:p>
          <a:endParaRPr lang="en-US"/>
        </a:p>
      </dgm:t>
    </dgm:pt>
    <dgm:pt modelId="{1A01D861-B049-44FC-A615-DA56ABA2A107}" type="sibTrans" cxnId="{49998A21-ADB9-4C46-9F81-0BC6426C7CAA}">
      <dgm:prSet/>
      <dgm:spPr/>
      <dgm:t>
        <a:bodyPr/>
        <a:lstStyle/>
        <a:p>
          <a:endParaRPr lang="en-US"/>
        </a:p>
      </dgm:t>
    </dgm:pt>
    <dgm:pt modelId="{0632DB8E-7854-4E46-9884-268D6487CD4D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Firebase Security Rules</a:t>
          </a:r>
          <a:endParaRPr lang="en-US"/>
        </a:p>
      </dgm:t>
    </dgm:pt>
    <dgm:pt modelId="{B92935B2-1C17-4EE1-9256-3F1459638927}" type="parTrans" cxnId="{7B4A157F-43A5-437E-A61C-80F3CC5EF43A}">
      <dgm:prSet/>
      <dgm:spPr/>
      <dgm:t>
        <a:bodyPr/>
        <a:lstStyle/>
        <a:p>
          <a:endParaRPr lang="en-US"/>
        </a:p>
      </dgm:t>
    </dgm:pt>
    <dgm:pt modelId="{D5F86D4D-E725-46FA-BB96-E8FCD974DD78}" type="sibTrans" cxnId="{7B4A157F-43A5-437E-A61C-80F3CC5EF43A}">
      <dgm:prSet/>
      <dgm:spPr/>
      <dgm:t>
        <a:bodyPr/>
        <a:lstStyle/>
        <a:p>
          <a:endParaRPr lang="en-US"/>
        </a:p>
      </dgm:t>
    </dgm:pt>
    <dgm:pt modelId="{5A49B588-7E0B-45F0-BDEE-92D2F7EE0437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i="0" baseline="0"/>
            <a:t>Utilities</a:t>
          </a:r>
          <a:endParaRPr lang="en-US"/>
        </a:p>
      </dgm:t>
    </dgm:pt>
    <dgm:pt modelId="{614B77C3-F6C8-4458-8F05-0A9405FC46BB}" type="parTrans" cxnId="{B7E1C9BF-A4CE-4A40-B0CA-E5241AB5CA64}">
      <dgm:prSet/>
      <dgm:spPr/>
      <dgm:t>
        <a:bodyPr/>
        <a:lstStyle/>
        <a:p>
          <a:endParaRPr lang="en-US"/>
        </a:p>
      </dgm:t>
    </dgm:pt>
    <dgm:pt modelId="{0ACA56FA-A2E2-4937-91F5-B621190E43DF}" type="sibTrans" cxnId="{B7E1C9BF-A4CE-4A40-B0CA-E5241AB5CA64}">
      <dgm:prSet/>
      <dgm:spPr/>
      <dgm:t>
        <a:bodyPr/>
        <a:lstStyle/>
        <a:p>
          <a:endParaRPr lang="en-US"/>
        </a:p>
      </dgm:t>
    </dgm:pt>
    <dgm:pt modelId="{7EC13D66-9787-40AC-8D4A-829112F5324C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 dirty="0" err="1"/>
            <a:t>EmailJS</a:t>
          </a:r>
          <a:r>
            <a:rPr lang="en-US" b="0" i="0" baseline="0" dirty="0"/>
            <a:t> for email notifications</a:t>
          </a:r>
          <a:endParaRPr lang="en-US" dirty="0"/>
        </a:p>
      </dgm:t>
    </dgm:pt>
    <dgm:pt modelId="{8BEE2110-D8DF-426E-A51F-AC138823CFB3}" type="parTrans" cxnId="{7930ED80-2AA9-43B9-86A6-0345455B6B37}">
      <dgm:prSet/>
      <dgm:spPr/>
      <dgm:t>
        <a:bodyPr/>
        <a:lstStyle/>
        <a:p>
          <a:endParaRPr lang="en-US"/>
        </a:p>
      </dgm:t>
    </dgm:pt>
    <dgm:pt modelId="{0177FCA8-A433-40F6-B648-4C3623DFCDB2}" type="sibTrans" cxnId="{7930ED80-2AA9-43B9-86A6-0345455B6B37}">
      <dgm:prSet/>
      <dgm:spPr/>
      <dgm:t>
        <a:bodyPr/>
        <a:lstStyle/>
        <a:p>
          <a:endParaRPr lang="en-US"/>
        </a:p>
      </dgm:t>
    </dgm:pt>
    <dgm:pt modelId="{3B38B2C7-8FDF-41D6-81AA-16471A6223D7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Chart.js / Recharts for graphs</a:t>
          </a:r>
          <a:endParaRPr lang="en-US"/>
        </a:p>
      </dgm:t>
    </dgm:pt>
    <dgm:pt modelId="{A80FBF1D-E90D-4774-8227-43896CD312CC}" type="parTrans" cxnId="{30297573-03F7-4D91-8EC3-D01EF2838100}">
      <dgm:prSet/>
      <dgm:spPr/>
      <dgm:t>
        <a:bodyPr/>
        <a:lstStyle/>
        <a:p>
          <a:endParaRPr lang="en-US"/>
        </a:p>
      </dgm:t>
    </dgm:pt>
    <dgm:pt modelId="{B2399A05-B7A8-4109-82AC-1DB9CD8BC6CC}" type="sibTrans" cxnId="{30297573-03F7-4D91-8EC3-D01EF2838100}">
      <dgm:prSet/>
      <dgm:spPr/>
      <dgm:t>
        <a:bodyPr/>
        <a:lstStyle/>
        <a:p>
          <a:endParaRPr lang="en-US"/>
        </a:p>
      </dgm:t>
    </dgm:pt>
    <dgm:pt modelId="{E6E0B98F-5774-4472-9BF8-5F621F004D65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Custom Log System for audit trails</a:t>
          </a:r>
          <a:endParaRPr lang="en-US"/>
        </a:p>
      </dgm:t>
    </dgm:pt>
    <dgm:pt modelId="{037FEE92-A67A-4529-A521-2F9D362F1F3B}" type="parTrans" cxnId="{64B7645D-FC8B-4823-81FC-37C92C57622D}">
      <dgm:prSet/>
      <dgm:spPr/>
      <dgm:t>
        <a:bodyPr/>
        <a:lstStyle/>
        <a:p>
          <a:endParaRPr lang="en-US"/>
        </a:p>
      </dgm:t>
    </dgm:pt>
    <dgm:pt modelId="{0F7E964A-2FCB-4ADA-AB91-AF7C47E9F00F}" type="sibTrans" cxnId="{64B7645D-FC8B-4823-81FC-37C92C57622D}">
      <dgm:prSet/>
      <dgm:spPr/>
      <dgm:t>
        <a:bodyPr/>
        <a:lstStyle/>
        <a:p>
          <a:endParaRPr lang="en-US"/>
        </a:p>
      </dgm:t>
    </dgm:pt>
    <dgm:pt modelId="{97EFEFF9-D43A-4AD8-898A-88EE9F93CD76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i="0" baseline="0"/>
            <a:t>Development Tools</a:t>
          </a:r>
          <a:endParaRPr lang="en-US"/>
        </a:p>
      </dgm:t>
    </dgm:pt>
    <dgm:pt modelId="{3F127BC1-31F9-41F8-AF87-0A3FF4642725}" type="parTrans" cxnId="{B4037DCB-6DFB-45B3-8ED0-3931C51EBB58}">
      <dgm:prSet/>
      <dgm:spPr/>
      <dgm:t>
        <a:bodyPr/>
        <a:lstStyle/>
        <a:p>
          <a:endParaRPr lang="en-US"/>
        </a:p>
      </dgm:t>
    </dgm:pt>
    <dgm:pt modelId="{B2EC648F-B5D3-4C93-87A0-9276DFE06D81}" type="sibTrans" cxnId="{B4037DCB-6DFB-45B3-8ED0-3931C51EBB58}">
      <dgm:prSet/>
      <dgm:spPr/>
      <dgm:t>
        <a:bodyPr/>
        <a:lstStyle/>
        <a:p>
          <a:endParaRPr lang="en-US"/>
        </a:p>
      </dgm:t>
    </dgm:pt>
    <dgm:pt modelId="{17AC2D3C-D4C8-494D-AA99-D120A3C2C3EB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VS Code</a:t>
          </a:r>
          <a:endParaRPr lang="en-US"/>
        </a:p>
      </dgm:t>
    </dgm:pt>
    <dgm:pt modelId="{E2954D01-4658-4E04-9CE9-61A20E5B4DEA}" type="parTrans" cxnId="{266EE4A8-5128-4812-B9C8-AD2443193B22}">
      <dgm:prSet/>
      <dgm:spPr/>
      <dgm:t>
        <a:bodyPr/>
        <a:lstStyle/>
        <a:p>
          <a:endParaRPr lang="en-US"/>
        </a:p>
      </dgm:t>
    </dgm:pt>
    <dgm:pt modelId="{8A1B2130-FFF9-4330-841A-F4EF5D408289}" type="sibTrans" cxnId="{266EE4A8-5128-4812-B9C8-AD2443193B22}">
      <dgm:prSet/>
      <dgm:spPr/>
      <dgm:t>
        <a:bodyPr/>
        <a:lstStyle/>
        <a:p>
          <a:endParaRPr lang="en-US"/>
        </a:p>
      </dgm:t>
    </dgm:pt>
    <dgm:pt modelId="{814CB92F-94B0-4D97-B98E-660FB549AC4A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Git &amp; GitHub</a:t>
          </a:r>
          <a:endParaRPr lang="en-US"/>
        </a:p>
      </dgm:t>
    </dgm:pt>
    <dgm:pt modelId="{918A9193-878A-45E9-A49E-AA3600646B90}" type="parTrans" cxnId="{21EF9E71-556C-4027-A4C1-77ADCCA54CD4}">
      <dgm:prSet/>
      <dgm:spPr/>
      <dgm:t>
        <a:bodyPr/>
        <a:lstStyle/>
        <a:p>
          <a:endParaRPr lang="en-US"/>
        </a:p>
      </dgm:t>
    </dgm:pt>
    <dgm:pt modelId="{10E8C760-4BEB-4F4E-A961-4412A198240F}" type="sibTrans" cxnId="{21EF9E71-556C-4027-A4C1-77ADCCA54CD4}">
      <dgm:prSet/>
      <dgm:spPr/>
      <dgm:t>
        <a:bodyPr/>
        <a:lstStyle/>
        <a:p>
          <a:endParaRPr lang="en-US"/>
        </a:p>
      </dgm:t>
    </dgm:pt>
    <dgm:pt modelId="{5834233B-9F8C-4A9F-9B13-0BE6C8EC64A1}">
      <dgm:prSet/>
      <dgm:spPr>
        <a:solidFill>
          <a:schemeClr val="tx2">
            <a:lumMod val="25000"/>
            <a:lumOff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US" b="0" i="0" baseline="0"/>
            <a:t>Chrome DevTools</a:t>
          </a:r>
          <a:endParaRPr lang="en-US"/>
        </a:p>
      </dgm:t>
    </dgm:pt>
    <dgm:pt modelId="{9BA033B8-412E-4846-A326-18FBA79F81E4}" type="parTrans" cxnId="{5E58DD21-5EAC-4901-BBA7-39DFBC00A198}">
      <dgm:prSet/>
      <dgm:spPr/>
      <dgm:t>
        <a:bodyPr/>
        <a:lstStyle/>
        <a:p>
          <a:endParaRPr lang="en-US"/>
        </a:p>
      </dgm:t>
    </dgm:pt>
    <dgm:pt modelId="{C81459EC-9427-4B1C-BD2D-F824167EE84C}" type="sibTrans" cxnId="{5E58DD21-5EAC-4901-BBA7-39DFBC00A198}">
      <dgm:prSet/>
      <dgm:spPr/>
      <dgm:t>
        <a:bodyPr/>
        <a:lstStyle/>
        <a:p>
          <a:endParaRPr lang="en-US"/>
        </a:p>
      </dgm:t>
    </dgm:pt>
    <dgm:pt modelId="{11701472-6323-4ED7-8305-77D961E289A9}" type="pres">
      <dgm:prSet presAssocID="{4E6E23C1-FC9E-4D59-8E55-39FB7CCA08B3}" presName="Name0" presStyleCnt="0">
        <dgm:presLayoutVars>
          <dgm:dir/>
          <dgm:animLvl val="lvl"/>
          <dgm:resizeHandles val="exact"/>
        </dgm:presLayoutVars>
      </dgm:prSet>
      <dgm:spPr/>
    </dgm:pt>
    <dgm:pt modelId="{272D7F07-6A66-46D0-BFE9-3935253E3B59}" type="pres">
      <dgm:prSet presAssocID="{A323D407-42D0-4116-B879-E6209649F6C2}" presName="composite" presStyleCnt="0"/>
      <dgm:spPr/>
    </dgm:pt>
    <dgm:pt modelId="{73DA0525-501F-4AD6-807A-250443368D07}" type="pres">
      <dgm:prSet presAssocID="{A323D407-42D0-4116-B879-E6209649F6C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F9214E5-2BCE-4533-A595-87A768B85515}" type="pres">
      <dgm:prSet presAssocID="{A323D407-42D0-4116-B879-E6209649F6C2}" presName="desTx" presStyleLbl="alignAccFollowNode1" presStyleIdx="0" presStyleCnt="4">
        <dgm:presLayoutVars>
          <dgm:bulletEnabled val="1"/>
        </dgm:presLayoutVars>
      </dgm:prSet>
      <dgm:spPr/>
    </dgm:pt>
    <dgm:pt modelId="{F57E6A85-9DDF-42A9-A9CD-D2F6473AEB24}" type="pres">
      <dgm:prSet presAssocID="{E25E4C68-7F41-4211-978D-F3CDFCDFA7E0}" presName="space" presStyleCnt="0"/>
      <dgm:spPr/>
    </dgm:pt>
    <dgm:pt modelId="{ABE9500F-B66A-4354-8C0C-45E6943CBAFE}" type="pres">
      <dgm:prSet presAssocID="{447703A4-FCE3-499C-9B7B-7B14907D8D63}" presName="composite" presStyleCnt="0"/>
      <dgm:spPr/>
    </dgm:pt>
    <dgm:pt modelId="{50D7C649-997A-4283-81DD-97C49546BDDA}" type="pres">
      <dgm:prSet presAssocID="{447703A4-FCE3-499C-9B7B-7B14907D8D6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39C08B6-BCF3-4D0E-96B1-11CFC8DC1F6E}" type="pres">
      <dgm:prSet presAssocID="{447703A4-FCE3-499C-9B7B-7B14907D8D63}" presName="desTx" presStyleLbl="alignAccFollowNode1" presStyleIdx="1" presStyleCnt="4">
        <dgm:presLayoutVars>
          <dgm:bulletEnabled val="1"/>
        </dgm:presLayoutVars>
      </dgm:prSet>
      <dgm:spPr/>
    </dgm:pt>
    <dgm:pt modelId="{3C6F99A2-F2CD-47AA-B1CF-C47AA8EA022A}" type="pres">
      <dgm:prSet presAssocID="{1AB7563A-86B2-45F8-B6E4-E0B297A0A6A0}" presName="space" presStyleCnt="0"/>
      <dgm:spPr/>
    </dgm:pt>
    <dgm:pt modelId="{6B7A3DC5-50AD-40AA-ABBC-A5FC44CEFDC8}" type="pres">
      <dgm:prSet presAssocID="{5A49B588-7E0B-45F0-BDEE-92D2F7EE0437}" presName="composite" presStyleCnt="0"/>
      <dgm:spPr/>
    </dgm:pt>
    <dgm:pt modelId="{A07746F1-16F5-4240-8B88-24822FB492F6}" type="pres">
      <dgm:prSet presAssocID="{5A49B588-7E0B-45F0-BDEE-92D2F7EE043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78E7C58-7194-478D-94B8-9F817A13ED6B}" type="pres">
      <dgm:prSet presAssocID="{5A49B588-7E0B-45F0-BDEE-92D2F7EE0437}" presName="desTx" presStyleLbl="alignAccFollowNode1" presStyleIdx="2" presStyleCnt="4">
        <dgm:presLayoutVars>
          <dgm:bulletEnabled val="1"/>
        </dgm:presLayoutVars>
      </dgm:prSet>
      <dgm:spPr/>
    </dgm:pt>
    <dgm:pt modelId="{A6AE781B-AD32-41B9-8B34-53C664A1F2F9}" type="pres">
      <dgm:prSet presAssocID="{0ACA56FA-A2E2-4937-91F5-B621190E43DF}" presName="space" presStyleCnt="0"/>
      <dgm:spPr/>
    </dgm:pt>
    <dgm:pt modelId="{55733304-127D-4AF7-BDB7-A40A1C18FF10}" type="pres">
      <dgm:prSet presAssocID="{97EFEFF9-D43A-4AD8-898A-88EE9F93CD76}" presName="composite" presStyleCnt="0"/>
      <dgm:spPr/>
    </dgm:pt>
    <dgm:pt modelId="{E0A15542-725F-4AB9-9CB9-F44633E54B4F}" type="pres">
      <dgm:prSet presAssocID="{97EFEFF9-D43A-4AD8-898A-88EE9F93CD7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EDD8FDD-74F9-4D99-B0CD-B24F9DEEED3A}" type="pres">
      <dgm:prSet presAssocID="{97EFEFF9-D43A-4AD8-898A-88EE9F93CD76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6B84D0C-2CB0-4D78-9EE4-172211656836}" type="presOf" srcId="{7EC13D66-9787-40AC-8D4A-829112F5324C}" destId="{C78E7C58-7194-478D-94B8-9F817A13ED6B}" srcOrd="0" destOrd="0" presId="urn:microsoft.com/office/officeart/2005/8/layout/hList1"/>
    <dgm:cxn modelId="{49998A21-ADB9-4C46-9F81-0BC6426C7CAA}" srcId="{447703A4-FCE3-499C-9B7B-7B14907D8D63}" destId="{54A1FCF1-353D-47EF-A661-2BD25B5A7F7C}" srcOrd="1" destOrd="0" parTransId="{20B6B849-E886-4933-89A3-6C0FE9344D25}" sibTransId="{1A01D861-B049-44FC-A615-DA56ABA2A107}"/>
    <dgm:cxn modelId="{5E58DD21-5EAC-4901-BBA7-39DFBC00A198}" srcId="{97EFEFF9-D43A-4AD8-898A-88EE9F93CD76}" destId="{5834233B-9F8C-4A9F-9B13-0BE6C8EC64A1}" srcOrd="2" destOrd="0" parTransId="{9BA033B8-412E-4846-A326-18FBA79F81E4}" sibTransId="{C81459EC-9427-4B1C-BD2D-F824167EE84C}"/>
    <dgm:cxn modelId="{F05D2623-D630-4858-AE74-777B748C2AFD}" type="presOf" srcId="{3B38B2C7-8FDF-41D6-81AA-16471A6223D7}" destId="{C78E7C58-7194-478D-94B8-9F817A13ED6B}" srcOrd="0" destOrd="1" presId="urn:microsoft.com/office/officeart/2005/8/layout/hList1"/>
    <dgm:cxn modelId="{D7124224-400B-4975-AC92-3DD6819C4515}" type="presOf" srcId="{4E6E23C1-FC9E-4D59-8E55-39FB7CCA08B3}" destId="{11701472-6323-4ED7-8305-77D961E289A9}" srcOrd="0" destOrd="0" presId="urn:microsoft.com/office/officeart/2005/8/layout/hList1"/>
    <dgm:cxn modelId="{D6ECFA24-630F-4ADE-8C2B-BCD7D9A7B642}" type="presOf" srcId="{447703A4-FCE3-499C-9B7B-7B14907D8D63}" destId="{50D7C649-997A-4283-81DD-97C49546BDDA}" srcOrd="0" destOrd="0" presId="urn:microsoft.com/office/officeart/2005/8/layout/hList1"/>
    <dgm:cxn modelId="{C17D343B-115B-45AE-8BB4-1D4068FD79EA}" type="presOf" srcId="{5A49B588-7E0B-45F0-BDEE-92D2F7EE0437}" destId="{A07746F1-16F5-4240-8B88-24822FB492F6}" srcOrd="0" destOrd="0" presId="urn:microsoft.com/office/officeart/2005/8/layout/hList1"/>
    <dgm:cxn modelId="{64B7645D-FC8B-4823-81FC-37C92C57622D}" srcId="{5A49B588-7E0B-45F0-BDEE-92D2F7EE0437}" destId="{E6E0B98F-5774-4472-9BF8-5F621F004D65}" srcOrd="2" destOrd="0" parTransId="{037FEE92-A67A-4529-A521-2F9D362F1F3B}" sibTransId="{0F7E964A-2FCB-4ADA-AB91-AF7C47E9F00F}"/>
    <dgm:cxn modelId="{76669D63-49D3-425E-BB21-AE297144553E}" type="presOf" srcId="{5834233B-9F8C-4A9F-9B13-0BE6C8EC64A1}" destId="{DEDD8FDD-74F9-4D99-B0CD-B24F9DEEED3A}" srcOrd="0" destOrd="2" presId="urn:microsoft.com/office/officeart/2005/8/layout/hList1"/>
    <dgm:cxn modelId="{D168F543-E9CE-42C5-8FAA-E27945C466ED}" type="presOf" srcId="{50C7AC15-6BC3-4E6A-8395-7C8D0A36C6D9}" destId="{3F9214E5-2BCE-4533-A595-87A768B85515}" srcOrd="0" destOrd="1" presId="urn:microsoft.com/office/officeart/2005/8/layout/hList1"/>
    <dgm:cxn modelId="{A35E706B-039B-42A4-B0E6-413938EDC10E}" type="presOf" srcId="{8F99F5AC-62DE-42F1-8E55-D05DAECB27A5}" destId="{239C08B6-BCF3-4D0E-96B1-11CFC8DC1F6E}" srcOrd="0" destOrd="0" presId="urn:microsoft.com/office/officeart/2005/8/layout/hList1"/>
    <dgm:cxn modelId="{21EF9E71-556C-4027-A4C1-77ADCCA54CD4}" srcId="{97EFEFF9-D43A-4AD8-898A-88EE9F93CD76}" destId="{814CB92F-94B0-4D97-B98E-660FB549AC4A}" srcOrd="1" destOrd="0" parTransId="{918A9193-878A-45E9-A49E-AA3600646B90}" sibTransId="{10E8C760-4BEB-4F4E-A961-4412A198240F}"/>
    <dgm:cxn modelId="{30297573-03F7-4D91-8EC3-D01EF2838100}" srcId="{5A49B588-7E0B-45F0-BDEE-92D2F7EE0437}" destId="{3B38B2C7-8FDF-41D6-81AA-16471A6223D7}" srcOrd="1" destOrd="0" parTransId="{A80FBF1D-E90D-4774-8227-43896CD312CC}" sibTransId="{B2399A05-B7A8-4109-82AC-1DB9CD8BC6CC}"/>
    <dgm:cxn modelId="{56F79459-6F81-4F3B-A507-8662579ACA3A}" type="presOf" srcId="{54A1FCF1-353D-47EF-A661-2BD25B5A7F7C}" destId="{239C08B6-BCF3-4D0E-96B1-11CFC8DC1F6E}" srcOrd="0" destOrd="1" presId="urn:microsoft.com/office/officeart/2005/8/layout/hList1"/>
    <dgm:cxn modelId="{236EEF7C-4D66-465D-96A3-783F0F18F106}" srcId="{4E6E23C1-FC9E-4D59-8E55-39FB7CCA08B3}" destId="{447703A4-FCE3-499C-9B7B-7B14907D8D63}" srcOrd="1" destOrd="0" parTransId="{F935E7DF-202D-4ADC-8BC4-9CD01FD102E6}" sibTransId="{1AB7563A-86B2-45F8-B6E4-E0B297A0A6A0}"/>
    <dgm:cxn modelId="{7B4A157F-43A5-437E-A61C-80F3CC5EF43A}" srcId="{447703A4-FCE3-499C-9B7B-7B14907D8D63}" destId="{0632DB8E-7854-4E46-9884-268D6487CD4D}" srcOrd="2" destOrd="0" parTransId="{B92935B2-1C17-4EE1-9256-3F1459638927}" sibTransId="{D5F86D4D-E725-46FA-BB96-E8FCD974DD78}"/>
    <dgm:cxn modelId="{7930ED80-2AA9-43B9-86A6-0345455B6B37}" srcId="{5A49B588-7E0B-45F0-BDEE-92D2F7EE0437}" destId="{7EC13D66-9787-40AC-8D4A-829112F5324C}" srcOrd="0" destOrd="0" parTransId="{8BEE2110-D8DF-426E-A51F-AC138823CFB3}" sibTransId="{0177FCA8-A433-40F6-B648-4C3623DFCDB2}"/>
    <dgm:cxn modelId="{98EF7F83-67C4-4F48-9D38-4E71DAE4D3BD}" type="presOf" srcId="{E6E0B98F-5774-4472-9BF8-5F621F004D65}" destId="{C78E7C58-7194-478D-94B8-9F817A13ED6B}" srcOrd="0" destOrd="2" presId="urn:microsoft.com/office/officeart/2005/8/layout/hList1"/>
    <dgm:cxn modelId="{4FAD728B-335F-4598-A22B-1F4B294345A1}" type="presOf" srcId="{97EFEFF9-D43A-4AD8-898A-88EE9F93CD76}" destId="{E0A15542-725F-4AB9-9CB9-F44633E54B4F}" srcOrd="0" destOrd="0" presId="urn:microsoft.com/office/officeart/2005/8/layout/hList1"/>
    <dgm:cxn modelId="{6BAC8D94-0C15-45C9-875A-47ADB40BB4AA}" type="presOf" srcId="{8A899FE7-8466-41D6-988A-D68EBD1DA523}" destId="{3F9214E5-2BCE-4533-A595-87A768B85515}" srcOrd="0" destOrd="0" presId="urn:microsoft.com/office/officeart/2005/8/layout/hList1"/>
    <dgm:cxn modelId="{B723E799-9D09-4BA3-ABE3-9E573F1F7117}" type="presOf" srcId="{FA313C6B-863A-4EA0-9545-3840AC578180}" destId="{3F9214E5-2BCE-4533-A595-87A768B85515}" srcOrd="0" destOrd="3" presId="urn:microsoft.com/office/officeart/2005/8/layout/hList1"/>
    <dgm:cxn modelId="{925E8C9C-D360-46D6-A3DC-069992DCA7FC}" srcId="{A323D407-42D0-4116-B879-E6209649F6C2}" destId="{69955AE1-CD2E-4E03-A7EF-DE04AA4B2916}" srcOrd="2" destOrd="0" parTransId="{A382C80F-F4CE-4272-8226-479591BB45B3}" sibTransId="{7BC17883-0779-4CFC-A310-812DDFE9DF41}"/>
    <dgm:cxn modelId="{5B5A179F-86D8-42BF-85CD-8D26AFF9D8AE}" srcId="{A323D407-42D0-4116-B879-E6209649F6C2}" destId="{FA313C6B-863A-4EA0-9545-3840AC578180}" srcOrd="3" destOrd="0" parTransId="{AA3AC578-3657-42BC-BEAE-02D5E1B6906D}" sibTransId="{67475503-62BC-4314-80D8-3A96150471E6}"/>
    <dgm:cxn modelId="{12CA979F-4861-420D-AF14-86F38A3BE541}" srcId="{A323D407-42D0-4116-B879-E6209649F6C2}" destId="{50C7AC15-6BC3-4E6A-8395-7C8D0A36C6D9}" srcOrd="1" destOrd="0" parTransId="{1D4F54C8-F5F1-4C4D-AFE3-67C37FDA803F}" sibTransId="{65C69166-B693-410B-BA14-3634A4868B7E}"/>
    <dgm:cxn modelId="{880228A4-9742-45AD-A8E6-3C435FE850E3}" srcId="{A323D407-42D0-4116-B879-E6209649F6C2}" destId="{8A899FE7-8466-41D6-988A-D68EBD1DA523}" srcOrd="0" destOrd="0" parTransId="{43D7D6B2-EE7C-440B-B2E1-28133C506C72}" sibTransId="{F8265628-D346-4DB9-958A-A9DCEDCC2FD0}"/>
    <dgm:cxn modelId="{266EE4A8-5128-4812-B9C8-AD2443193B22}" srcId="{97EFEFF9-D43A-4AD8-898A-88EE9F93CD76}" destId="{17AC2D3C-D4C8-494D-AA99-D120A3C2C3EB}" srcOrd="0" destOrd="0" parTransId="{E2954D01-4658-4E04-9CE9-61A20E5B4DEA}" sibTransId="{8A1B2130-FFF9-4330-841A-F4EF5D408289}"/>
    <dgm:cxn modelId="{B7E1C9BF-A4CE-4A40-B0CA-E5241AB5CA64}" srcId="{4E6E23C1-FC9E-4D59-8E55-39FB7CCA08B3}" destId="{5A49B588-7E0B-45F0-BDEE-92D2F7EE0437}" srcOrd="2" destOrd="0" parTransId="{614B77C3-F6C8-4458-8F05-0A9405FC46BB}" sibTransId="{0ACA56FA-A2E2-4937-91F5-B621190E43DF}"/>
    <dgm:cxn modelId="{F36FDFBF-1EE7-4BEF-B75D-BE8B7B366B47}" type="presOf" srcId="{17AC2D3C-D4C8-494D-AA99-D120A3C2C3EB}" destId="{DEDD8FDD-74F9-4D99-B0CD-B24F9DEEED3A}" srcOrd="0" destOrd="0" presId="urn:microsoft.com/office/officeart/2005/8/layout/hList1"/>
    <dgm:cxn modelId="{06E485C3-993F-4A0B-BE76-76C2671592B2}" srcId="{4E6E23C1-FC9E-4D59-8E55-39FB7CCA08B3}" destId="{A323D407-42D0-4116-B879-E6209649F6C2}" srcOrd="0" destOrd="0" parTransId="{E32E91C9-9BFA-4A70-B166-689C4EE95074}" sibTransId="{E25E4C68-7F41-4211-978D-F3CDFCDFA7E0}"/>
    <dgm:cxn modelId="{FF8262C4-DEBC-4CC1-AF4C-32364F38D759}" type="presOf" srcId="{0632DB8E-7854-4E46-9884-268D6487CD4D}" destId="{239C08B6-BCF3-4D0E-96B1-11CFC8DC1F6E}" srcOrd="0" destOrd="2" presId="urn:microsoft.com/office/officeart/2005/8/layout/hList1"/>
    <dgm:cxn modelId="{B4037DCB-6DFB-45B3-8ED0-3931C51EBB58}" srcId="{4E6E23C1-FC9E-4D59-8E55-39FB7CCA08B3}" destId="{97EFEFF9-D43A-4AD8-898A-88EE9F93CD76}" srcOrd="3" destOrd="0" parTransId="{3F127BC1-31F9-41F8-AF87-0A3FF4642725}" sibTransId="{B2EC648F-B5D3-4C93-87A0-9276DFE06D81}"/>
    <dgm:cxn modelId="{8DA184DF-8982-4627-8663-EC6CBAC79982}" type="presOf" srcId="{69955AE1-CD2E-4E03-A7EF-DE04AA4B2916}" destId="{3F9214E5-2BCE-4533-A595-87A768B85515}" srcOrd="0" destOrd="2" presId="urn:microsoft.com/office/officeart/2005/8/layout/hList1"/>
    <dgm:cxn modelId="{EA2530EF-50CF-4D32-B8CC-E78C0AE80A8C}" srcId="{447703A4-FCE3-499C-9B7B-7B14907D8D63}" destId="{8F99F5AC-62DE-42F1-8E55-D05DAECB27A5}" srcOrd="0" destOrd="0" parTransId="{00DC12AB-9B33-4056-BEEA-E7F93F6F7E09}" sibTransId="{F2882CF3-3356-462D-93A7-0A3C9D696C18}"/>
    <dgm:cxn modelId="{3F58C9F4-71BF-4F2E-82D2-42AF01D51FFB}" type="presOf" srcId="{814CB92F-94B0-4D97-B98E-660FB549AC4A}" destId="{DEDD8FDD-74F9-4D99-B0CD-B24F9DEEED3A}" srcOrd="0" destOrd="1" presId="urn:microsoft.com/office/officeart/2005/8/layout/hList1"/>
    <dgm:cxn modelId="{A60F66FA-02DA-4047-87B8-05C2527F8E89}" type="presOf" srcId="{A323D407-42D0-4116-B879-E6209649F6C2}" destId="{73DA0525-501F-4AD6-807A-250443368D07}" srcOrd="0" destOrd="0" presId="urn:microsoft.com/office/officeart/2005/8/layout/hList1"/>
    <dgm:cxn modelId="{F607D1CD-0F7C-4CC7-AA9B-8FEC1C06AD34}" type="presParOf" srcId="{11701472-6323-4ED7-8305-77D961E289A9}" destId="{272D7F07-6A66-46D0-BFE9-3935253E3B59}" srcOrd="0" destOrd="0" presId="urn:microsoft.com/office/officeart/2005/8/layout/hList1"/>
    <dgm:cxn modelId="{D07796AA-774E-4F6D-BF7B-11FF79882C77}" type="presParOf" srcId="{272D7F07-6A66-46D0-BFE9-3935253E3B59}" destId="{73DA0525-501F-4AD6-807A-250443368D07}" srcOrd="0" destOrd="0" presId="urn:microsoft.com/office/officeart/2005/8/layout/hList1"/>
    <dgm:cxn modelId="{05443821-F62B-4F53-BC74-8C5985BFF6D8}" type="presParOf" srcId="{272D7F07-6A66-46D0-BFE9-3935253E3B59}" destId="{3F9214E5-2BCE-4533-A595-87A768B85515}" srcOrd="1" destOrd="0" presId="urn:microsoft.com/office/officeart/2005/8/layout/hList1"/>
    <dgm:cxn modelId="{1AF93B95-F3E7-41AF-9E3A-5141A14099E6}" type="presParOf" srcId="{11701472-6323-4ED7-8305-77D961E289A9}" destId="{F57E6A85-9DDF-42A9-A9CD-D2F6473AEB24}" srcOrd="1" destOrd="0" presId="urn:microsoft.com/office/officeart/2005/8/layout/hList1"/>
    <dgm:cxn modelId="{D4D31F1B-FC60-4CE2-A980-AEB349BE93B8}" type="presParOf" srcId="{11701472-6323-4ED7-8305-77D961E289A9}" destId="{ABE9500F-B66A-4354-8C0C-45E6943CBAFE}" srcOrd="2" destOrd="0" presId="urn:microsoft.com/office/officeart/2005/8/layout/hList1"/>
    <dgm:cxn modelId="{12DA84D5-3C38-4A1B-97DD-731CDB13B4D7}" type="presParOf" srcId="{ABE9500F-B66A-4354-8C0C-45E6943CBAFE}" destId="{50D7C649-997A-4283-81DD-97C49546BDDA}" srcOrd="0" destOrd="0" presId="urn:microsoft.com/office/officeart/2005/8/layout/hList1"/>
    <dgm:cxn modelId="{AD1F4F1E-CF2D-47EB-A19C-F3F1273CCC66}" type="presParOf" srcId="{ABE9500F-B66A-4354-8C0C-45E6943CBAFE}" destId="{239C08B6-BCF3-4D0E-96B1-11CFC8DC1F6E}" srcOrd="1" destOrd="0" presId="urn:microsoft.com/office/officeart/2005/8/layout/hList1"/>
    <dgm:cxn modelId="{5E46B795-8586-44F1-AFA2-3BEF2852710C}" type="presParOf" srcId="{11701472-6323-4ED7-8305-77D961E289A9}" destId="{3C6F99A2-F2CD-47AA-B1CF-C47AA8EA022A}" srcOrd="3" destOrd="0" presId="urn:microsoft.com/office/officeart/2005/8/layout/hList1"/>
    <dgm:cxn modelId="{893E1A91-4217-41B4-8823-C26CD3B93505}" type="presParOf" srcId="{11701472-6323-4ED7-8305-77D961E289A9}" destId="{6B7A3DC5-50AD-40AA-ABBC-A5FC44CEFDC8}" srcOrd="4" destOrd="0" presId="urn:microsoft.com/office/officeart/2005/8/layout/hList1"/>
    <dgm:cxn modelId="{DD181DC8-F76F-4B2D-BE9E-772A294C1DA7}" type="presParOf" srcId="{6B7A3DC5-50AD-40AA-ABBC-A5FC44CEFDC8}" destId="{A07746F1-16F5-4240-8B88-24822FB492F6}" srcOrd="0" destOrd="0" presId="urn:microsoft.com/office/officeart/2005/8/layout/hList1"/>
    <dgm:cxn modelId="{DDA5D654-B787-46E4-9B35-96ABD0F4F2AF}" type="presParOf" srcId="{6B7A3DC5-50AD-40AA-ABBC-A5FC44CEFDC8}" destId="{C78E7C58-7194-478D-94B8-9F817A13ED6B}" srcOrd="1" destOrd="0" presId="urn:microsoft.com/office/officeart/2005/8/layout/hList1"/>
    <dgm:cxn modelId="{9AB32F4C-E32A-4024-854D-E87A079558B4}" type="presParOf" srcId="{11701472-6323-4ED7-8305-77D961E289A9}" destId="{A6AE781B-AD32-41B9-8B34-53C664A1F2F9}" srcOrd="5" destOrd="0" presId="urn:microsoft.com/office/officeart/2005/8/layout/hList1"/>
    <dgm:cxn modelId="{A216B7B0-41C9-4353-867E-2998DC4CEE9C}" type="presParOf" srcId="{11701472-6323-4ED7-8305-77D961E289A9}" destId="{55733304-127D-4AF7-BDB7-A40A1C18FF10}" srcOrd="6" destOrd="0" presId="urn:microsoft.com/office/officeart/2005/8/layout/hList1"/>
    <dgm:cxn modelId="{FE915380-FAF7-4E15-9CDB-D62F9744F6B4}" type="presParOf" srcId="{55733304-127D-4AF7-BDB7-A40A1C18FF10}" destId="{E0A15542-725F-4AB9-9CB9-F44633E54B4F}" srcOrd="0" destOrd="0" presId="urn:microsoft.com/office/officeart/2005/8/layout/hList1"/>
    <dgm:cxn modelId="{BACB172C-EE89-4B32-9D4F-F9435019E888}" type="presParOf" srcId="{55733304-127D-4AF7-BDB7-A40A1C18FF10}" destId="{DEDD8FDD-74F9-4D99-B0CD-B24F9DEEED3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A1821-FA08-489E-8917-4850C16259D9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585E392-887D-498F-B5A4-F5D972BEB8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Admin</a:t>
          </a:r>
          <a:endParaRPr lang="en-US"/>
        </a:p>
      </dgm:t>
    </dgm:pt>
    <dgm:pt modelId="{2E6CD718-EA23-4DDE-841E-782AA05BA4E6}" type="parTrans" cxnId="{DF243A6C-0248-47FE-9948-AC5CB1C53C3F}">
      <dgm:prSet/>
      <dgm:spPr/>
      <dgm:t>
        <a:bodyPr/>
        <a:lstStyle/>
        <a:p>
          <a:endParaRPr lang="en-US"/>
        </a:p>
      </dgm:t>
    </dgm:pt>
    <dgm:pt modelId="{D1AE512F-0F4E-4F8D-9603-99A456F8BB4A}" type="sibTrans" cxnId="{DF243A6C-0248-47FE-9948-AC5CB1C53C3F}">
      <dgm:prSet/>
      <dgm:spPr/>
      <dgm:t>
        <a:bodyPr/>
        <a:lstStyle/>
        <a:p>
          <a:endParaRPr lang="en-US"/>
        </a:p>
      </dgm:t>
    </dgm:pt>
    <dgm:pt modelId="{5B968796-8352-49A8-A2B8-69D264B99F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Teachers (add, edit, delete)</a:t>
          </a:r>
        </a:p>
      </dgm:t>
    </dgm:pt>
    <dgm:pt modelId="{6A8EB9DD-60BF-4203-81E5-5ADC5DB665EA}" type="parTrans" cxnId="{BF2D7B22-3446-44F7-AB0B-2E1CA0C74228}">
      <dgm:prSet/>
      <dgm:spPr/>
      <dgm:t>
        <a:bodyPr/>
        <a:lstStyle/>
        <a:p>
          <a:endParaRPr lang="en-US"/>
        </a:p>
      </dgm:t>
    </dgm:pt>
    <dgm:pt modelId="{1A7BA48C-71E7-420E-BCB9-780C3A4CA3AC}" type="sibTrans" cxnId="{BF2D7B22-3446-44F7-AB0B-2E1CA0C74228}">
      <dgm:prSet/>
      <dgm:spPr/>
      <dgm:t>
        <a:bodyPr/>
        <a:lstStyle/>
        <a:p>
          <a:endParaRPr lang="en-US"/>
        </a:p>
      </dgm:t>
    </dgm:pt>
    <dgm:pt modelId="{380E56B7-F576-478D-8B79-21DDABE96F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Approve / Reject Student registrations</a:t>
          </a:r>
        </a:p>
      </dgm:t>
    </dgm:pt>
    <dgm:pt modelId="{A9DE97C7-15D6-4D4A-8D8F-7256FBD7BDAB}" type="parTrans" cxnId="{2EB55FBA-24DD-440B-B3A2-50E12F2A9DCB}">
      <dgm:prSet/>
      <dgm:spPr/>
      <dgm:t>
        <a:bodyPr/>
        <a:lstStyle/>
        <a:p>
          <a:endParaRPr lang="en-US"/>
        </a:p>
      </dgm:t>
    </dgm:pt>
    <dgm:pt modelId="{05855460-27FC-4998-9581-46E8AF1D5037}" type="sibTrans" cxnId="{2EB55FBA-24DD-440B-B3A2-50E12F2A9DCB}">
      <dgm:prSet/>
      <dgm:spPr/>
      <dgm:t>
        <a:bodyPr/>
        <a:lstStyle/>
        <a:p>
          <a:endParaRPr lang="en-US"/>
        </a:p>
      </dgm:t>
    </dgm:pt>
    <dgm:pt modelId="{E088597D-D082-404D-876A-05E55C2B9A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View Logs (all system actions)</a:t>
          </a:r>
        </a:p>
      </dgm:t>
    </dgm:pt>
    <dgm:pt modelId="{4F19F7C7-DF46-49F2-B763-D1AA888606A0}" type="parTrans" cxnId="{E7BD3DC7-876E-43D2-841A-27871F72DBF2}">
      <dgm:prSet/>
      <dgm:spPr/>
      <dgm:t>
        <a:bodyPr/>
        <a:lstStyle/>
        <a:p>
          <a:endParaRPr lang="en-US"/>
        </a:p>
      </dgm:t>
    </dgm:pt>
    <dgm:pt modelId="{57063E77-B8F4-4BAA-B4D1-80E6D1A6795F}" type="sibTrans" cxnId="{E7BD3DC7-876E-43D2-841A-27871F72DBF2}">
      <dgm:prSet/>
      <dgm:spPr/>
      <dgm:t>
        <a:bodyPr/>
        <a:lstStyle/>
        <a:p>
          <a:endParaRPr lang="en-US"/>
        </a:p>
      </dgm:t>
    </dgm:pt>
    <dgm:pt modelId="{1806DCA4-DBE4-45C3-92BB-52EDCF0BD2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 with analytics</a:t>
          </a:r>
        </a:p>
      </dgm:t>
    </dgm:pt>
    <dgm:pt modelId="{3D38E3E7-E71B-4F23-8A88-E55074413F02}" type="parTrans" cxnId="{D995B5F5-98BB-477C-988F-FE0B86CC562B}">
      <dgm:prSet/>
      <dgm:spPr/>
      <dgm:t>
        <a:bodyPr/>
        <a:lstStyle/>
        <a:p>
          <a:endParaRPr lang="en-US"/>
        </a:p>
      </dgm:t>
    </dgm:pt>
    <dgm:pt modelId="{ACFA2353-07C2-4844-9DCF-14D6117BF7C4}" type="sibTrans" cxnId="{D995B5F5-98BB-477C-988F-FE0B86CC562B}">
      <dgm:prSet/>
      <dgm:spPr/>
      <dgm:t>
        <a:bodyPr/>
        <a:lstStyle/>
        <a:p>
          <a:endParaRPr lang="en-US"/>
        </a:p>
      </dgm:t>
    </dgm:pt>
    <dgm:pt modelId="{1BD36780-1AFC-4B96-B09D-A63C929E1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Receive notifications for student registration</a:t>
          </a:r>
        </a:p>
      </dgm:t>
    </dgm:pt>
    <dgm:pt modelId="{10DB7F0D-1F1A-4464-A631-756FFF54BDE0}" type="parTrans" cxnId="{DFDDE202-799D-46F4-85F6-B465A1E4DB84}">
      <dgm:prSet/>
      <dgm:spPr/>
      <dgm:t>
        <a:bodyPr/>
        <a:lstStyle/>
        <a:p>
          <a:endParaRPr lang="en-US"/>
        </a:p>
      </dgm:t>
    </dgm:pt>
    <dgm:pt modelId="{3116640A-B6CD-450B-A3EC-6CB4730F4B6A}" type="sibTrans" cxnId="{DFDDE202-799D-46F4-85F6-B465A1E4DB84}">
      <dgm:prSet/>
      <dgm:spPr/>
      <dgm:t>
        <a:bodyPr/>
        <a:lstStyle/>
        <a:p>
          <a:endParaRPr lang="en-US"/>
        </a:p>
      </dgm:t>
    </dgm:pt>
    <dgm:pt modelId="{02D4EEC8-F35D-4D84-B51F-7BBA8B7CDC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Teacher</a:t>
          </a:r>
          <a:endParaRPr lang="en-US"/>
        </a:p>
      </dgm:t>
    </dgm:pt>
    <dgm:pt modelId="{F66AA80C-B492-43A3-8976-FCE9CC1892C0}" type="parTrans" cxnId="{67EE7EBF-C983-4DF5-B1FE-1AAF5572003B}">
      <dgm:prSet/>
      <dgm:spPr/>
      <dgm:t>
        <a:bodyPr/>
        <a:lstStyle/>
        <a:p>
          <a:endParaRPr lang="en-US"/>
        </a:p>
      </dgm:t>
    </dgm:pt>
    <dgm:pt modelId="{5EA327E4-D013-4716-8DDA-36CF4956859D}" type="sibTrans" cxnId="{67EE7EBF-C983-4DF5-B1FE-1AAF5572003B}">
      <dgm:prSet/>
      <dgm:spPr/>
      <dgm:t>
        <a:bodyPr/>
        <a:lstStyle/>
        <a:p>
          <a:endParaRPr lang="en-US"/>
        </a:p>
      </dgm:t>
    </dgm:pt>
    <dgm:pt modelId="{DBAA595C-EF96-4F8D-805E-E42897B9C6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 with statistics &amp; calendar</a:t>
          </a:r>
        </a:p>
      </dgm:t>
    </dgm:pt>
    <dgm:pt modelId="{E33DA705-2074-48FF-AA9F-B63769D6D231}" type="parTrans" cxnId="{E6CF9BC2-EC2E-4243-9A64-BB63C7876189}">
      <dgm:prSet/>
      <dgm:spPr/>
      <dgm:t>
        <a:bodyPr/>
        <a:lstStyle/>
        <a:p>
          <a:endParaRPr lang="en-US"/>
        </a:p>
      </dgm:t>
    </dgm:pt>
    <dgm:pt modelId="{5B3FDE12-A957-4ED5-985D-9EDE5FDCEBC3}" type="sibTrans" cxnId="{E6CF9BC2-EC2E-4243-9A64-BB63C7876189}">
      <dgm:prSet/>
      <dgm:spPr/>
      <dgm:t>
        <a:bodyPr/>
        <a:lstStyle/>
        <a:p>
          <a:endParaRPr lang="en-US"/>
        </a:p>
      </dgm:t>
    </dgm:pt>
    <dgm:pt modelId="{18804102-8328-4A87-81F5-42ABEFB536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availability (auto-delete past slots)</a:t>
          </a:r>
        </a:p>
      </dgm:t>
    </dgm:pt>
    <dgm:pt modelId="{4707FD23-D0B2-4CF4-93EA-48D5577D8723}" type="parTrans" cxnId="{8C9E3547-A233-4DDD-9810-99BF673A2B0E}">
      <dgm:prSet/>
      <dgm:spPr/>
      <dgm:t>
        <a:bodyPr/>
        <a:lstStyle/>
        <a:p>
          <a:endParaRPr lang="en-US"/>
        </a:p>
      </dgm:t>
    </dgm:pt>
    <dgm:pt modelId="{839DFE28-75D5-4D37-94A7-1ED6FECB5DF3}" type="sibTrans" cxnId="{8C9E3547-A233-4DDD-9810-99BF673A2B0E}">
      <dgm:prSet/>
      <dgm:spPr/>
      <dgm:t>
        <a:bodyPr/>
        <a:lstStyle/>
        <a:p>
          <a:endParaRPr lang="en-US"/>
        </a:p>
      </dgm:t>
    </dgm:pt>
    <dgm:pt modelId="{8958E4D3-4886-4BB0-9699-DAE20FB158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Approve, reject, cancel, or re-approve appointments</a:t>
          </a:r>
        </a:p>
      </dgm:t>
    </dgm:pt>
    <dgm:pt modelId="{7C974623-A5E6-4AB0-BE0F-66C43E7B97E8}" type="parTrans" cxnId="{EEA18F67-2966-457F-94C1-B3874B46BD2D}">
      <dgm:prSet/>
      <dgm:spPr/>
      <dgm:t>
        <a:bodyPr/>
        <a:lstStyle/>
        <a:p>
          <a:endParaRPr lang="en-US"/>
        </a:p>
      </dgm:t>
    </dgm:pt>
    <dgm:pt modelId="{1BE1C556-C82F-4A18-B819-D11E976A0F10}" type="sibTrans" cxnId="{EEA18F67-2966-457F-94C1-B3874B46BD2D}">
      <dgm:prSet/>
      <dgm:spPr/>
      <dgm:t>
        <a:bodyPr/>
        <a:lstStyle/>
        <a:p>
          <a:endParaRPr lang="en-US"/>
        </a:p>
      </dgm:t>
    </dgm:pt>
    <dgm:pt modelId="{D72D1548-50C2-4B10-B70B-1083D8D360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with students</a:t>
          </a:r>
        </a:p>
      </dgm:t>
    </dgm:pt>
    <dgm:pt modelId="{EA9E0471-BC15-4883-8E4A-435552B2DE27}" type="parTrans" cxnId="{C5B97C03-B5DC-4D0A-9145-A09871003903}">
      <dgm:prSet/>
      <dgm:spPr/>
      <dgm:t>
        <a:bodyPr/>
        <a:lstStyle/>
        <a:p>
          <a:endParaRPr lang="en-US"/>
        </a:p>
      </dgm:t>
    </dgm:pt>
    <dgm:pt modelId="{65E5396F-85FF-4E1D-887C-FA5FA5A28710}" type="sibTrans" cxnId="{C5B97C03-B5DC-4D0A-9145-A09871003903}">
      <dgm:prSet/>
      <dgm:spPr/>
      <dgm:t>
        <a:bodyPr/>
        <a:lstStyle/>
        <a:p>
          <a:endParaRPr lang="en-US"/>
        </a:p>
      </dgm:t>
    </dgm:pt>
    <dgm:pt modelId="{DE0E97EF-CC01-484D-B21B-B6ABC9F402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profile</a:t>
          </a:r>
        </a:p>
      </dgm:t>
    </dgm:pt>
    <dgm:pt modelId="{F386F3DB-68F1-443B-BCA3-E692EEB2460C}" type="parTrans" cxnId="{B33F014F-F32B-4DB6-A43A-72CFBE9C4D42}">
      <dgm:prSet/>
      <dgm:spPr/>
      <dgm:t>
        <a:bodyPr/>
        <a:lstStyle/>
        <a:p>
          <a:endParaRPr lang="en-US"/>
        </a:p>
      </dgm:t>
    </dgm:pt>
    <dgm:pt modelId="{9ED35C7D-D0C5-44E7-8219-567184BE05AA}" type="sibTrans" cxnId="{B33F014F-F32B-4DB6-A43A-72CFBE9C4D42}">
      <dgm:prSet/>
      <dgm:spPr/>
      <dgm:t>
        <a:bodyPr/>
        <a:lstStyle/>
        <a:p>
          <a:endParaRPr lang="en-US"/>
        </a:p>
      </dgm:t>
    </dgm:pt>
    <dgm:pt modelId="{FB8409A8-16EE-47D7-9BD1-FA7993825C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Student</a:t>
          </a:r>
          <a:endParaRPr lang="en-US"/>
        </a:p>
      </dgm:t>
    </dgm:pt>
    <dgm:pt modelId="{4CA7EAB4-4B07-47A0-8381-EA122C1AAF77}" type="parTrans" cxnId="{FB1A3DB5-B913-49CF-8C33-AD60B457EC5F}">
      <dgm:prSet/>
      <dgm:spPr/>
      <dgm:t>
        <a:bodyPr/>
        <a:lstStyle/>
        <a:p>
          <a:endParaRPr lang="en-US"/>
        </a:p>
      </dgm:t>
    </dgm:pt>
    <dgm:pt modelId="{B243575F-0DCC-4FD8-AF6A-2296A827062A}" type="sibTrans" cxnId="{FB1A3DB5-B913-49CF-8C33-AD60B457EC5F}">
      <dgm:prSet/>
      <dgm:spPr/>
      <dgm:t>
        <a:bodyPr/>
        <a:lstStyle/>
        <a:p>
          <a:endParaRPr lang="en-US"/>
        </a:p>
      </dgm:t>
    </dgm:pt>
    <dgm:pt modelId="{C99C6252-03AB-4816-A1B9-A329DD34ED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Register -&gt; admin approval workflow</a:t>
          </a:r>
        </a:p>
      </dgm:t>
    </dgm:pt>
    <dgm:pt modelId="{5D554A5B-62B5-47DD-902C-1715EC8F58B7}" type="parTrans" cxnId="{8257D5C8-BF33-43D0-8D8F-C59700500375}">
      <dgm:prSet/>
      <dgm:spPr/>
      <dgm:t>
        <a:bodyPr/>
        <a:lstStyle/>
        <a:p>
          <a:endParaRPr lang="en-US"/>
        </a:p>
      </dgm:t>
    </dgm:pt>
    <dgm:pt modelId="{C068CD26-FA1A-4066-B14D-9ED5D15291BB}" type="sibTrans" cxnId="{8257D5C8-BF33-43D0-8D8F-C59700500375}">
      <dgm:prSet/>
      <dgm:spPr/>
      <dgm:t>
        <a:bodyPr/>
        <a:lstStyle/>
        <a:p>
          <a:endParaRPr lang="en-US"/>
        </a:p>
      </dgm:t>
    </dgm:pt>
    <dgm:pt modelId="{6F760953-CDF7-4C45-B28D-17149DB9D6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Search teachers by name/department/subject</a:t>
          </a:r>
        </a:p>
      </dgm:t>
    </dgm:pt>
    <dgm:pt modelId="{DE3DF055-FF06-44F3-958A-5AFE5697C41F}" type="parTrans" cxnId="{94E40884-5CB8-4145-81AD-308200A60B44}">
      <dgm:prSet/>
      <dgm:spPr/>
      <dgm:t>
        <a:bodyPr/>
        <a:lstStyle/>
        <a:p>
          <a:endParaRPr lang="en-US"/>
        </a:p>
      </dgm:t>
    </dgm:pt>
    <dgm:pt modelId="{85747D59-A7C0-4AD7-81BE-EB4645C41E87}" type="sibTrans" cxnId="{94E40884-5CB8-4145-81AD-308200A60B44}">
      <dgm:prSet/>
      <dgm:spPr/>
      <dgm:t>
        <a:bodyPr/>
        <a:lstStyle/>
        <a:p>
          <a:endParaRPr lang="en-US"/>
        </a:p>
      </dgm:t>
    </dgm:pt>
    <dgm:pt modelId="{F6A37344-BAA3-4A72-B027-D57EF2287B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View teacher availability</a:t>
          </a:r>
        </a:p>
      </dgm:t>
    </dgm:pt>
    <dgm:pt modelId="{E5147E54-84C6-4E55-B72C-1E0B7FE06181}" type="parTrans" cxnId="{D2EB7DF2-5F77-49E3-966D-8DFD3D50579D}">
      <dgm:prSet/>
      <dgm:spPr/>
      <dgm:t>
        <a:bodyPr/>
        <a:lstStyle/>
        <a:p>
          <a:endParaRPr lang="en-US"/>
        </a:p>
      </dgm:t>
    </dgm:pt>
    <dgm:pt modelId="{F157C811-6A84-4C2A-9D87-51DB939C39BF}" type="sibTrans" cxnId="{D2EB7DF2-5F77-49E3-966D-8DFD3D50579D}">
      <dgm:prSet/>
      <dgm:spPr/>
      <dgm:t>
        <a:bodyPr/>
        <a:lstStyle/>
        <a:p>
          <a:endParaRPr lang="en-US"/>
        </a:p>
      </dgm:t>
    </dgm:pt>
    <dgm:pt modelId="{57945768-FACA-4400-94AD-0E38123000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 appointments</a:t>
          </a:r>
        </a:p>
      </dgm:t>
    </dgm:pt>
    <dgm:pt modelId="{B28E3957-EB3A-4AE0-B591-3AEAF9EEBC2C}" type="parTrans" cxnId="{561B9CF5-FE2C-4B35-B2AC-5BC9C33B0454}">
      <dgm:prSet/>
      <dgm:spPr/>
      <dgm:t>
        <a:bodyPr/>
        <a:lstStyle/>
        <a:p>
          <a:endParaRPr lang="en-US"/>
        </a:p>
      </dgm:t>
    </dgm:pt>
    <dgm:pt modelId="{77727434-3959-4589-90CD-2816E9B5DAFD}" type="sibTrans" cxnId="{561B9CF5-FE2C-4B35-B2AC-5BC9C33B0454}">
      <dgm:prSet/>
      <dgm:spPr/>
      <dgm:t>
        <a:bodyPr/>
        <a:lstStyle/>
        <a:p>
          <a:endParaRPr lang="en-US"/>
        </a:p>
      </dgm:t>
    </dgm:pt>
    <dgm:pt modelId="{41A78372-2FC9-4EC4-9BA3-278DE54AC9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 appointment status</a:t>
          </a:r>
        </a:p>
      </dgm:t>
    </dgm:pt>
    <dgm:pt modelId="{6F611CA7-7F43-4ABD-89E3-0F9970A45C72}" type="parTrans" cxnId="{9EEEB084-4F19-4859-B7E2-EE3FC176F30B}">
      <dgm:prSet/>
      <dgm:spPr/>
      <dgm:t>
        <a:bodyPr/>
        <a:lstStyle/>
        <a:p>
          <a:endParaRPr lang="en-US"/>
        </a:p>
      </dgm:t>
    </dgm:pt>
    <dgm:pt modelId="{686175A8-DF4B-4803-981C-E35DA0E3E503}" type="sibTrans" cxnId="{9EEEB084-4F19-4859-B7E2-EE3FC176F30B}">
      <dgm:prSet/>
      <dgm:spPr/>
      <dgm:t>
        <a:bodyPr/>
        <a:lstStyle/>
        <a:p>
          <a:endParaRPr lang="en-US"/>
        </a:p>
      </dgm:t>
    </dgm:pt>
    <dgm:pt modelId="{66505E1A-6CD8-4191-85E0-65B571CB28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with teachers</a:t>
          </a:r>
        </a:p>
      </dgm:t>
    </dgm:pt>
    <dgm:pt modelId="{7FDD6090-5AEF-4B0B-A332-52F9AAF16E01}" type="parTrans" cxnId="{3C4EB2E4-92DF-4D08-87F1-D45D73369F6C}">
      <dgm:prSet/>
      <dgm:spPr/>
      <dgm:t>
        <a:bodyPr/>
        <a:lstStyle/>
        <a:p>
          <a:endParaRPr lang="en-US"/>
        </a:p>
      </dgm:t>
    </dgm:pt>
    <dgm:pt modelId="{838E3FEE-6256-49F8-9E92-0B1616E14AAB}" type="sibTrans" cxnId="{3C4EB2E4-92DF-4D08-87F1-D45D73369F6C}">
      <dgm:prSet/>
      <dgm:spPr/>
      <dgm:t>
        <a:bodyPr/>
        <a:lstStyle/>
        <a:p>
          <a:endParaRPr lang="en-US"/>
        </a:p>
      </dgm:t>
    </dgm:pt>
    <dgm:pt modelId="{8AD5706B-5A5F-4F2C-9EC1-2DD4F254D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profile</a:t>
          </a:r>
        </a:p>
      </dgm:t>
    </dgm:pt>
    <dgm:pt modelId="{42DDC2A8-F6DA-4C9D-943E-0FFB9B8B5D6B}" type="parTrans" cxnId="{85B34810-CED5-4610-96D8-41D2D7E35D50}">
      <dgm:prSet/>
      <dgm:spPr/>
      <dgm:t>
        <a:bodyPr/>
        <a:lstStyle/>
        <a:p>
          <a:endParaRPr lang="en-US"/>
        </a:p>
      </dgm:t>
    </dgm:pt>
    <dgm:pt modelId="{0BB58460-2A64-4C34-A29D-81A9BF03DCCB}" type="sibTrans" cxnId="{85B34810-CED5-4610-96D8-41D2D7E35D50}">
      <dgm:prSet/>
      <dgm:spPr/>
      <dgm:t>
        <a:bodyPr/>
        <a:lstStyle/>
        <a:p>
          <a:endParaRPr lang="en-US"/>
        </a:p>
      </dgm:t>
    </dgm:pt>
    <dgm:pt modelId="{865F3C45-BEC9-4660-8D96-E3881C647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 with calendar, suggestions</a:t>
          </a:r>
        </a:p>
      </dgm:t>
    </dgm:pt>
    <dgm:pt modelId="{B71C1B37-2F75-4547-B60E-E656F5EC1FC2}" type="parTrans" cxnId="{4A80994B-E8DC-444F-8E6B-0CD6296DEEDE}">
      <dgm:prSet/>
      <dgm:spPr/>
      <dgm:t>
        <a:bodyPr/>
        <a:lstStyle/>
        <a:p>
          <a:endParaRPr lang="en-US"/>
        </a:p>
      </dgm:t>
    </dgm:pt>
    <dgm:pt modelId="{57B22E9D-0D0B-4688-89D1-F9F105E13DAB}" type="sibTrans" cxnId="{4A80994B-E8DC-444F-8E6B-0CD6296DEEDE}">
      <dgm:prSet/>
      <dgm:spPr/>
      <dgm:t>
        <a:bodyPr/>
        <a:lstStyle/>
        <a:p>
          <a:endParaRPr lang="en-US"/>
        </a:p>
      </dgm:t>
    </dgm:pt>
    <dgm:pt modelId="{B7653869-4F7D-420E-8086-18A108DA132B}" type="pres">
      <dgm:prSet presAssocID="{528A1821-FA08-489E-8917-4850C16259D9}" presName="root" presStyleCnt="0">
        <dgm:presLayoutVars>
          <dgm:dir/>
          <dgm:resizeHandles val="exact"/>
        </dgm:presLayoutVars>
      </dgm:prSet>
      <dgm:spPr/>
    </dgm:pt>
    <dgm:pt modelId="{062C29A9-4724-4B82-9D1D-E305032B268C}" type="pres">
      <dgm:prSet presAssocID="{6585E392-887D-498F-B5A4-F5D972BEB8D2}" presName="compNode" presStyleCnt="0"/>
      <dgm:spPr/>
    </dgm:pt>
    <dgm:pt modelId="{BD088EAB-754C-4FCC-9675-5EAFE09A4F9F}" type="pres">
      <dgm:prSet presAssocID="{6585E392-887D-498F-B5A4-F5D972BEB8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E4B4FB7-AC07-4322-8790-A04794C98E3F}" type="pres">
      <dgm:prSet presAssocID="{6585E392-887D-498F-B5A4-F5D972BEB8D2}" presName="iconSpace" presStyleCnt="0"/>
      <dgm:spPr/>
    </dgm:pt>
    <dgm:pt modelId="{40C22E2B-DDAE-4B88-B85B-4245D4EF33AE}" type="pres">
      <dgm:prSet presAssocID="{6585E392-887D-498F-B5A4-F5D972BEB8D2}" presName="parTx" presStyleLbl="revTx" presStyleIdx="0" presStyleCnt="6">
        <dgm:presLayoutVars>
          <dgm:chMax val="0"/>
          <dgm:chPref val="0"/>
        </dgm:presLayoutVars>
      </dgm:prSet>
      <dgm:spPr/>
    </dgm:pt>
    <dgm:pt modelId="{85F73634-8AC8-46D8-8894-C3F1A83508E4}" type="pres">
      <dgm:prSet presAssocID="{6585E392-887D-498F-B5A4-F5D972BEB8D2}" presName="txSpace" presStyleCnt="0"/>
      <dgm:spPr/>
    </dgm:pt>
    <dgm:pt modelId="{D64FF887-50E8-4400-B8E6-869DF4B2AF18}" type="pres">
      <dgm:prSet presAssocID="{6585E392-887D-498F-B5A4-F5D972BEB8D2}" presName="desTx" presStyleLbl="revTx" presStyleIdx="1" presStyleCnt="6">
        <dgm:presLayoutVars/>
      </dgm:prSet>
      <dgm:spPr/>
    </dgm:pt>
    <dgm:pt modelId="{49FC0631-0CE7-4DA2-8DE9-8788D629D0E0}" type="pres">
      <dgm:prSet presAssocID="{D1AE512F-0F4E-4F8D-9603-99A456F8BB4A}" presName="sibTrans" presStyleCnt="0"/>
      <dgm:spPr/>
    </dgm:pt>
    <dgm:pt modelId="{C6C371F4-1040-40A2-826F-A57B2B1618DA}" type="pres">
      <dgm:prSet presAssocID="{02D4EEC8-F35D-4D84-B51F-7BBA8B7CDC1F}" presName="compNode" presStyleCnt="0"/>
      <dgm:spPr/>
    </dgm:pt>
    <dgm:pt modelId="{68C0B986-93D5-4E7F-B86A-41A191275C67}" type="pres">
      <dgm:prSet presAssocID="{02D4EEC8-F35D-4D84-B51F-7BBA8B7CDC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102363F-511A-4307-94B9-D1FA43F61241}" type="pres">
      <dgm:prSet presAssocID="{02D4EEC8-F35D-4D84-B51F-7BBA8B7CDC1F}" presName="iconSpace" presStyleCnt="0"/>
      <dgm:spPr/>
    </dgm:pt>
    <dgm:pt modelId="{4ACA91FC-274A-4A0B-B001-3FCD5571827F}" type="pres">
      <dgm:prSet presAssocID="{02D4EEC8-F35D-4D84-B51F-7BBA8B7CDC1F}" presName="parTx" presStyleLbl="revTx" presStyleIdx="2" presStyleCnt="6">
        <dgm:presLayoutVars>
          <dgm:chMax val="0"/>
          <dgm:chPref val="0"/>
        </dgm:presLayoutVars>
      </dgm:prSet>
      <dgm:spPr/>
    </dgm:pt>
    <dgm:pt modelId="{C56D3A14-127B-437C-B9C1-B27975D7D894}" type="pres">
      <dgm:prSet presAssocID="{02D4EEC8-F35D-4D84-B51F-7BBA8B7CDC1F}" presName="txSpace" presStyleCnt="0"/>
      <dgm:spPr/>
    </dgm:pt>
    <dgm:pt modelId="{20618ECE-7514-4A31-9E5F-0581438176F3}" type="pres">
      <dgm:prSet presAssocID="{02D4EEC8-F35D-4D84-B51F-7BBA8B7CDC1F}" presName="desTx" presStyleLbl="revTx" presStyleIdx="3" presStyleCnt="6">
        <dgm:presLayoutVars/>
      </dgm:prSet>
      <dgm:spPr/>
    </dgm:pt>
    <dgm:pt modelId="{9D53795D-D2C6-4680-B084-94DE020090F9}" type="pres">
      <dgm:prSet presAssocID="{5EA327E4-D013-4716-8DDA-36CF4956859D}" presName="sibTrans" presStyleCnt="0"/>
      <dgm:spPr/>
    </dgm:pt>
    <dgm:pt modelId="{5589DA9C-7A0A-4306-B583-3D9423B62339}" type="pres">
      <dgm:prSet presAssocID="{FB8409A8-16EE-47D7-9BD1-FA7993825C36}" presName="compNode" presStyleCnt="0"/>
      <dgm:spPr/>
    </dgm:pt>
    <dgm:pt modelId="{FE0038A3-7AB6-48A7-AC9C-FBB49B3D2214}" type="pres">
      <dgm:prSet presAssocID="{FB8409A8-16EE-47D7-9BD1-FA7993825C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4A7857C-EF66-40BF-A774-9F3CA0131704}" type="pres">
      <dgm:prSet presAssocID="{FB8409A8-16EE-47D7-9BD1-FA7993825C36}" presName="iconSpace" presStyleCnt="0"/>
      <dgm:spPr/>
    </dgm:pt>
    <dgm:pt modelId="{B45D7D73-77E4-4250-B088-A6A023730D01}" type="pres">
      <dgm:prSet presAssocID="{FB8409A8-16EE-47D7-9BD1-FA7993825C36}" presName="parTx" presStyleLbl="revTx" presStyleIdx="4" presStyleCnt="6">
        <dgm:presLayoutVars>
          <dgm:chMax val="0"/>
          <dgm:chPref val="0"/>
        </dgm:presLayoutVars>
      </dgm:prSet>
      <dgm:spPr/>
    </dgm:pt>
    <dgm:pt modelId="{89D4E54C-DCF2-4029-BAA6-50357221C689}" type="pres">
      <dgm:prSet presAssocID="{FB8409A8-16EE-47D7-9BD1-FA7993825C36}" presName="txSpace" presStyleCnt="0"/>
      <dgm:spPr/>
    </dgm:pt>
    <dgm:pt modelId="{4249767F-A8F7-4683-B0BD-A2609B9C9BDC}" type="pres">
      <dgm:prSet presAssocID="{FB8409A8-16EE-47D7-9BD1-FA7993825C36}" presName="desTx" presStyleLbl="revTx" presStyleIdx="5" presStyleCnt="6" custScaleX="136478">
        <dgm:presLayoutVars/>
      </dgm:prSet>
      <dgm:spPr/>
    </dgm:pt>
  </dgm:ptLst>
  <dgm:cxnLst>
    <dgm:cxn modelId="{DFDDE202-799D-46F4-85F6-B465A1E4DB84}" srcId="{6585E392-887D-498F-B5A4-F5D972BEB8D2}" destId="{1BD36780-1AFC-4B96-B09D-A63C929E1349}" srcOrd="4" destOrd="0" parTransId="{10DB7F0D-1F1A-4464-A631-756FFF54BDE0}" sibTransId="{3116640A-B6CD-450B-A3EC-6CB4730F4B6A}"/>
    <dgm:cxn modelId="{C5B97C03-B5DC-4D0A-9145-A09871003903}" srcId="{02D4EEC8-F35D-4D84-B51F-7BBA8B7CDC1F}" destId="{D72D1548-50C2-4B10-B70B-1083D8D3604A}" srcOrd="3" destOrd="0" parTransId="{EA9E0471-BC15-4883-8E4A-435552B2DE27}" sibTransId="{65E5396F-85FF-4E1D-887C-FA5FA5A28710}"/>
    <dgm:cxn modelId="{426F0008-3194-4992-864F-358E1917B79A}" type="presOf" srcId="{02D4EEC8-F35D-4D84-B51F-7BBA8B7CDC1F}" destId="{4ACA91FC-274A-4A0B-B001-3FCD5571827F}" srcOrd="0" destOrd="0" presId="urn:microsoft.com/office/officeart/2018/5/layout/CenteredIconLabelDescriptionList"/>
    <dgm:cxn modelId="{9F51780F-F324-49F3-B35D-BD4BDA7397B9}" type="presOf" srcId="{18804102-8328-4A87-81F5-42ABEFB53673}" destId="{20618ECE-7514-4A31-9E5F-0581438176F3}" srcOrd="0" destOrd="1" presId="urn:microsoft.com/office/officeart/2018/5/layout/CenteredIconLabelDescriptionList"/>
    <dgm:cxn modelId="{85B34810-CED5-4610-96D8-41D2D7E35D50}" srcId="{FB8409A8-16EE-47D7-9BD1-FA7993825C36}" destId="{8AD5706B-5A5F-4F2C-9EC1-2DD4F254D67D}" srcOrd="6" destOrd="0" parTransId="{42DDC2A8-F6DA-4C9D-943E-0FFB9B8B5D6B}" sibTransId="{0BB58460-2A64-4C34-A29D-81A9BF03DCCB}"/>
    <dgm:cxn modelId="{B296041A-5590-45EE-827B-546885D1303C}" type="presOf" srcId="{6585E392-887D-498F-B5A4-F5D972BEB8D2}" destId="{40C22E2B-DDAE-4B88-B85B-4245D4EF33AE}" srcOrd="0" destOrd="0" presId="urn:microsoft.com/office/officeart/2018/5/layout/CenteredIconLabelDescriptionList"/>
    <dgm:cxn modelId="{BF2D7B22-3446-44F7-AB0B-2E1CA0C74228}" srcId="{6585E392-887D-498F-B5A4-F5D972BEB8D2}" destId="{5B968796-8352-49A8-A2B8-69D264B99F2F}" srcOrd="0" destOrd="0" parTransId="{6A8EB9DD-60BF-4203-81E5-5ADC5DB665EA}" sibTransId="{1A7BA48C-71E7-420E-BCB9-780C3A4CA3AC}"/>
    <dgm:cxn modelId="{F0247A28-8AEA-442C-850C-04ADBF8199EE}" type="presOf" srcId="{865F3C45-BEC9-4660-8D96-E3881C647DDC}" destId="{4249767F-A8F7-4683-B0BD-A2609B9C9BDC}" srcOrd="0" destOrd="7" presId="urn:microsoft.com/office/officeart/2018/5/layout/CenteredIconLabelDescriptionList"/>
    <dgm:cxn modelId="{68519532-09F4-4038-B861-342F68D20553}" type="presOf" srcId="{DBAA595C-EF96-4F8D-805E-E42897B9C620}" destId="{20618ECE-7514-4A31-9E5F-0581438176F3}" srcOrd="0" destOrd="0" presId="urn:microsoft.com/office/officeart/2018/5/layout/CenteredIconLabelDescriptionList"/>
    <dgm:cxn modelId="{BB6CC95D-3532-4D38-AA37-1D9EDC68EF83}" type="presOf" srcId="{1806DCA4-DBE4-45C3-92BB-52EDCF0BD21E}" destId="{D64FF887-50E8-4400-B8E6-869DF4B2AF18}" srcOrd="0" destOrd="3" presId="urn:microsoft.com/office/officeart/2018/5/layout/CenteredIconLabelDescriptionList"/>
    <dgm:cxn modelId="{2A232F5E-41DE-46E8-A42D-7317A9B52E12}" type="presOf" srcId="{5B968796-8352-49A8-A2B8-69D264B99F2F}" destId="{D64FF887-50E8-4400-B8E6-869DF4B2AF18}" srcOrd="0" destOrd="0" presId="urn:microsoft.com/office/officeart/2018/5/layout/CenteredIconLabelDescriptionList"/>
    <dgm:cxn modelId="{E4539C44-4503-4962-84F9-96D70180C9C0}" type="presOf" srcId="{41A78372-2FC9-4EC4-9BA3-278DE54AC938}" destId="{4249767F-A8F7-4683-B0BD-A2609B9C9BDC}" srcOrd="0" destOrd="4" presId="urn:microsoft.com/office/officeart/2018/5/layout/CenteredIconLabelDescriptionList"/>
    <dgm:cxn modelId="{8C9E3547-A233-4DDD-9810-99BF673A2B0E}" srcId="{02D4EEC8-F35D-4D84-B51F-7BBA8B7CDC1F}" destId="{18804102-8328-4A87-81F5-42ABEFB53673}" srcOrd="1" destOrd="0" parTransId="{4707FD23-D0B2-4CF4-93EA-48D5577D8723}" sibTransId="{839DFE28-75D5-4D37-94A7-1ED6FECB5DF3}"/>
    <dgm:cxn modelId="{BA6C7B47-3525-4395-A874-C96B116670B4}" type="presOf" srcId="{D72D1548-50C2-4B10-B70B-1083D8D3604A}" destId="{20618ECE-7514-4A31-9E5F-0581438176F3}" srcOrd="0" destOrd="3" presId="urn:microsoft.com/office/officeart/2018/5/layout/CenteredIconLabelDescriptionList"/>
    <dgm:cxn modelId="{EEA18F67-2966-457F-94C1-B3874B46BD2D}" srcId="{02D4EEC8-F35D-4D84-B51F-7BBA8B7CDC1F}" destId="{8958E4D3-4886-4BB0-9699-DAE20FB1586C}" srcOrd="2" destOrd="0" parTransId="{7C974623-A5E6-4AB0-BE0F-66C43E7B97E8}" sibTransId="{1BE1C556-C82F-4A18-B819-D11E976A0F10}"/>
    <dgm:cxn modelId="{4A80994B-E8DC-444F-8E6B-0CD6296DEEDE}" srcId="{FB8409A8-16EE-47D7-9BD1-FA7993825C36}" destId="{865F3C45-BEC9-4660-8D96-E3881C647DDC}" srcOrd="7" destOrd="0" parTransId="{B71C1B37-2F75-4547-B60E-E656F5EC1FC2}" sibTransId="{57B22E9D-0D0B-4688-89D1-F9F105E13DAB}"/>
    <dgm:cxn modelId="{DF243A6C-0248-47FE-9948-AC5CB1C53C3F}" srcId="{528A1821-FA08-489E-8917-4850C16259D9}" destId="{6585E392-887D-498F-B5A4-F5D972BEB8D2}" srcOrd="0" destOrd="0" parTransId="{2E6CD718-EA23-4DDE-841E-782AA05BA4E6}" sibTransId="{D1AE512F-0F4E-4F8D-9603-99A456F8BB4A}"/>
    <dgm:cxn modelId="{B33F014F-F32B-4DB6-A43A-72CFBE9C4D42}" srcId="{02D4EEC8-F35D-4D84-B51F-7BBA8B7CDC1F}" destId="{DE0E97EF-CC01-484D-B21B-B6ABC9F40218}" srcOrd="4" destOrd="0" parTransId="{F386F3DB-68F1-443B-BCA3-E692EEB2460C}" sibTransId="{9ED35C7D-D0C5-44E7-8219-567184BE05AA}"/>
    <dgm:cxn modelId="{5DDAFC59-D597-4655-AC2F-3724F61EFD18}" type="presOf" srcId="{528A1821-FA08-489E-8917-4850C16259D9}" destId="{B7653869-4F7D-420E-8086-18A108DA132B}" srcOrd="0" destOrd="0" presId="urn:microsoft.com/office/officeart/2018/5/layout/CenteredIconLabelDescriptionList"/>
    <dgm:cxn modelId="{E2F82482-4214-491D-9BAF-D796184CE1CC}" type="presOf" srcId="{F6A37344-BAA3-4A72-B027-D57EF2287B7F}" destId="{4249767F-A8F7-4683-B0BD-A2609B9C9BDC}" srcOrd="0" destOrd="2" presId="urn:microsoft.com/office/officeart/2018/5/layout/CenteredIconLabelDescriptionList"/>
    <dgm:cxn modelId="{FF49D283-3D26-431B-954F-CEB1C53E48AA}" type="presOf" srcId="{C99C6252-03AB-4816-A1B9-A329DD34ED0C}" destId="{4249767F-A8F7-4683-B0BD-A2609B9C9BDC}" srcOrd="0" destOrd="0" presId="urn:microsoft.com/office/officeart/2018/5/layout/CenteredIconLabelDescriptionList"/>
    <dgm:cxn modelId="{94E40884-5CB8-4145-81AD-308200A60B44}" srcId="{FB8409A8-16EE-47D7-9BD1-FA7993825C36}" destId="{6F760953-CDF7-4C45-B28D-17149DB9D63D}" srcOrd="1" destOrd="0" parTransId="{DE3DF055-FF06-44F3-958A-5AFE5697C41F}" sibTransId="{85747D59-A7C0-4AD7-81BE-EB4645C41E87}"/>
    <dgm:cxn modelId="{22549084-5238-4EB6-8214-F147C10FBD38}" type="presOf" srcId="{FB8409A8-16EE-47D7-9BD1-FA7993825C36}" destId="{B45D7D73-77E4-4250-B088-A6A023730D01}" srcOrd="0" destOrd="0" presId="urn:microsoft.com/office/officeart/2018/5/layout/CenteredIconLabelDescriptionList"/>
    <dgm:cxn modelId="{9EEEB084-4F19-4859-B7E2-EE3FC176F30B}" srcId="{FB8409A8-16EE-47D7-9BD1-FA7993825C36}" destId="{41A78372-2FC9-4EC4-9BA3-278DE54AC938}" srcOrd="4" destOrd="0" parTransId="{6F611CA7-7F43-4ABD-89E3-0F9970A45C72}" sibTransId="{686175A8-DF4B-4803-981C-E35DA0E3E503}"/>
    <dgm:cxn modelId="{B6CDEE84-7E52-4BD0-AC25-94DECE2CC90F}" type="presOf" srcId="{8958E4D3-4886-4BB0-9699-DAE20FB1586C}" destId="{20618ECE-7514-4A31-9E5F-0581438176F3}" srcOrd="0" destOrd="2" presId="urn:microsoft.com/office/officeart/2018/5/layout/CenteredIconLabelDescriptionList"/>
    <dgm:cxn modelId="{1CCAA48E-3AEA-4800-9D08-BF5693F7DF00}" type="presOf" srcId="{DE0E97EF-CC01-484D-B21B-B6ABC9F40218}" destId="{20618ECE-7514-4A31-9E5F-0581438176F3}" srcOrd="0" destOrd="4" presId="urn:microsoft.com/office/officeart/2018/5/layout/CenteredIconLabelDescriptionList"/>
    <dgm:cxn modelId="{679E3AAC-528E-47F0-BFC6-3FA37DBEC5BD}" type="presOf" srcId="{1BD36780-1AFC-4B96-B09D-A63C929E1349}" destId="{D64FF887-50E8-4400-B8E6-869DF4B2AF18}" srcOrd="0" destOrd="4" presId="urn:microsoft.com/office/officeart/2018/5/layout/CenteredIconLabelDescriptionList"/>
    <dgm:cxn modelId="{FB1A3DB5-B913-49CF-8C33-AD60B457EC5F}" srcId="{528A1821-FA08-489E-8917-4850C16259D9}" destId="{FB8409A8-16EE-47D7-9BD1-FA7993825C36}" srcOrd="2" destOrd="0" parTransId="{4CA7EAB4-4B07-47A0-8381-EA122C1AAF77}" sibTransId="{B243575F-0DCC-4FD8-AF6A-2296A827062A}"/>
    <dgm:cxn modelId="{E3FCBCB5-2C29-46B2-A570-1CE988BA56DB}" type="presOf" srcId="{E088597D-D082-404D-876A-05E55C2B9A2A}" destId="{D64FF887-50E8-4400-B8E6-869DF4B2AF18}" srcOrd="0" destOrd="2" presId="urn:microsoft.com/office/officeart/2018/5/layout/CenteredIconLabelDescriptionList"/>
    <dgm:cxn modelId="{2EB55FBA-24DD-440B-B3A2-50E12F2A9DCB}" srcId="{6585E392-887D-498F-B5A4-F5D972BEB8D2}" destId="{380E56B7-F576-478D-8B79-21DDABE96FAE}" srcOrd="1" destOrd="0" parTransId="{A9DE97C7-15D6-4D4A-8D8F-7256FBD7BDAB}" sibTransId="{05855460-27FC-4998-9581-46E8AF1D5037}"/>
    <dgm:cxn modelId="{67EE7EBF-C983-4DF5-B1FE-1AAF5572003B}" srcId="{528A1821-FA08-489E-8917-4850C16259D9}" destId="{02D4EEC8-F35D-4D84-B51F-7BBA8B7CDC1F}" srcOrd="1" destOrd="0" parTransId="{F66AA80C-B492-43A3-8976-FCE9CC1892C0}" sibTransId="{5EA327E4-D013-4716-8DDA-36CF4956859D}"/>
    <dgm:cxn modelId="{E6CF9BC2-EC2E-4243-9A64-BB63C7876189}" srcId="{02D4EEC8-F35D-4D84-B51F-7BBA8B7CDC1F}" destId="{DBAA595C-EF96-4F8D-805E-E42897B9C620}" srcOrd="0" destOrd="0" parTransId="{E33DA705-2074-48FF-AA9F-B63769D6D231}" sibTransId="{5B3FDE12-A957-4ED5-985D-9EDE5FDCEBC3}"/>
    <dgm:cxn modelId="{E7BD3DC7-876E-43D2-841A-27871F72DBF2}" srcId="{6585E392-887D-498F-B5A4-F5D972BEB8D2}" destId="{E088597D-D082-404D-876A-05E55C2B9A2A}" srcOrd="2" destOrd="0" parTransId="{4F19F7C7-DF46-49F2-B763-D1AA888606A0}" sibTransId="{57063E77-B8F4-4BAA-B4D1-80E6D1A6795F}"/>
    <dgm:cxn modelId="{8257D5C8-BF33-43D0-8D8F-C59700500375}" srcId="{FB8409A8-16EE-47D7-9BD1-FA7993825C36}" destId="{C99C6252-03AB-4816-A1B9-A329DD34ED0C}" srcOrd="0" destOrd="0" parTransId="{5D554A5B-62B5-47DD-902C-1715EC8F58B7}" sibTransId="{C068CD26-FA1A-4066-B14D-9ED5D15291BB}"/>
    <dgm:cxn modelId="{7E2782CA-F359-4EB0-ACA4-87EA2332FE4A}" type="presOf" srcId="{66505E1A-6CD8-4191-85E0-65B571CB286B}" destId="{4249767F-A8F7-4683-B0BD-A2609B9C9BDC}" srcOrd="0" destOrd="5" presId="urn:microsoft.com/office/officeart/2018/5/layout/CenteredIconLabelDescriptionList"/>
    <dgm:cxn modelId="{F36BB8D1-826A-4656-A542-00998BF6A838}" type="presOf" srcId="{6F760953-CDF7-4C45-B28D-17149DB9D63D}" destId="{4249767F-A8F7-4683-B0BD-A2609B9C9BDC}" srcOrd="0" destOrd="1" presId="urn:microsoft.com/office/officeart/2018/5/layout/CenteredIconLabelDescriptionList"/>
    <dgm:cxn modelId="{566DA8DE-8ED3-442D-A26F-4ECC01CB8E40}" type="presOf" srcId="{380E56B7-F576-478D-8B79-21DDABE96FAE}" destId="{D64FF887-50E8-4400-B8E6-869DF4B2AF18}" srcOrd="0" destOrd="1" presId="urn:microsoft.com/office/officeart/2018/5/layout/CenteredIconLabelDescriptionList"/>
    <dgm:cxn modelId="{3C4EB2E4-92DF-4D08-87F1-D45D73369F6C}" srcId="{FB8409A8-16EE-47D7-9BD1-FA7993825C36}" destId="{66505E1A-6CD8-4191-85E0-65B571CB286B}" srcOrd="5" destOrd="0" parTransId="{7FDD6090-5AEF-4B0B-A332-52F9AAF16E01}" sibTransId="{838E3FEE-6256-49F8-9E92-0B1616E14AAB}"/>
    <dgm:cxn modelId="{28FDDAE8-FB1E-4BAE-BA15-EEFC031AFAA6}" type="presOf" srcId="{57945768-FACA-4400-94AD-0E381230002D}" destId="{4249767F-A8F7-4683-B0BD-A2609B9C9BDC}" srcOrd="0" destOrd="3" presId="urn:microsoft.com/office/officeart/2018/5/layout/CenteredIconLabelDescriptionList"/>
    <dgm:cxn modelId="{D2EB7DF2-5F77-49E3-966D-8DFD3D50579D}" srcId="{FB8409A8-16EE-47D7-9BD1-FA7993825C36}" destId="{F6A37344-BAA3-4A72-B027-D57EF2287B7F}" srcOrd="2" destOrd="0" parTransId="{E5147E54-84C6-4E55-B72C-1E0B7FE06181}" sibTransId="{F157C811-6A84-4C2A-9D87-51DB939C39BF}"/>
    <dgm:cxn modelId="{561B9CF5-FE2C-4B35-B2AC-5BC9C33B0454}" srcId="{FB8409A8-16EE-47D7-9BD1-FA7993825C36}" destId="{57945768-FACA-4400-94AD-0E381230002D}" srcOrd="3" destOrd="0" parTransId="{B28E3957-EB3A-4AE0-B591-3AEAF9EEBC2C}" sibTransId="{77727434-3959-4589-90CD-2816E9B5DAFD}"/>
    <dgm:cxn modelId="{D995B5F5-98BB-477C-988F-FE0B86CC562B}" srcId="{6585E392-887D-498F-B5A4-F5D972BEB8D2}" destId="{1806DCA4-DBE4-45C3-92BB-52EDCF0BD21E}" srcOrd="3" destOrd="0" parTransId="{3D38E3E7-E71B-4F23-8A88-E55074413F02}" sibTransId="{ACFA2353-07C2-4844-9DCF-14D6117BF7C4}"/>
    <dgm:cxn modelId="{90D41CFD-E3A1-4BDE-8C1B-081E8238BB12}" type="presOf" srcId="{8AD5706B-5A5F-4F2C-9EC1-2DD4F254D67D}" destId="{4249767F-A8F7-4683-B0BD-A2609B9C9BDC}" srcOrd="0" destOrd="6" presId="urn:microsoft.com/office/officeart/2018/5/layout/CenteredIconLabelDescriptionList"/>
    <dgm:cxn modelId="{BA120257-3658-41D7-BD1A-B4516D6CDF6B}" type="presParOf" srcId="{B7653869-4F7D-420E-8086-18A108DA132B}" destId="{062C29A9-4724-4B82-9D1D-E305032B268C}" srcOrd="0" destOrd="0" presId="urn:microsoft.com/office/officeart/2018/5/layout/CenteredIconLabelDescriptionList"/>
    <dgm:cxn modelId="{43C39281-7294-4677-9B32-875AEC8CB454}" type="presParOf" srcId="{062C29A9-4724-4B82-9D1D-E305032B268C}" destId="{BD088EAB-754C-4FCC-9675-5EAFE09A4F9F}" srcOrd="0" destOrd="0" presId="urn:microsoft.com/office/officeart/2018/5/layout/CenteredIconLabelDescriptionList"/>
    <dgm:cxn modelId="{5298ABC5-AB49-4C9C-9F91-FF022B306EA7}" type="presParOf" srcId="{062C29A9-4724-4B82-9D1D-E305032B268C}" destId="{5E4B4FB7-AC07-4322-8790-A04794C98E3F}" srcOrd="1" destOrd="0" presId="urn:microsoft.com/office/officeart/2018/5/layout/CenteredIconLabelDescriptionList"/>
    <dgm:cxn modelId="{A286F7FD-8A3D-4932-AF18-F420F543A208}" type="presParOf" srcId="{062C29A9-4724-4B82-9D1D-E305032B268C}" destId="{40C22E2B-DDAE-4B88-B85B-4245D4EF33AE}" srcOrd="2" destOrd="0" presId="urn:microsoft.com/office/officeart/2018/5/layout/CenteredIconLabelDescriptionList"/>
    <dgm:cxn modelId="{032A0258-B12C-4BD8-9355-DA913263E765}" type="presParOf" srcId="{062C29A9-4724-4B82-9D1D-E305032B268C}" destId="{85F73634-8AC8-46D8-8894-C3F1A83508E4}" srcOrd="3" destOrd="0" presId="urn:microsoft.com/office/officeart/2018/5/layout/CenteredIconLabelDescriptionList"/>
    <dgm:cxn modelId="{A470E12E-82A1-488D-9DA0-8F02AED5C176}" type="presParOf" srcId="{062C29A9-4724-4B82-9D1D-E305032B268C}" destId="{D64FF887-50E8-4400-B8E6-869DF4B2AF18}" srcOrd="4" destOrd="0" presId="urn:microsoft.com/office/officeart/2018/5/layout/CenteredIconLabelDescriptionList"/>
    <dgm:cxn modelId="{508AA6E7-86D7-4FAF-9518-B54EB3F18830}" type="presParOf" srcId="{B7653869-4F7D-420E-8086-18A108DA132B}" destId="{49FC0631-0CE7-4DA2-8DE9-8788D629D0E0}" srcOrd="1" destOrd="0" presId="urn:microsoft.com/office/officeart/2018/5/layout/CenteredIconLabelDescriptionList"/>
    <dgm:cxn modelId="{4AC348CA-514C-4E45-BB4A-B3206C84854F}" type="presParOf" srcId="{B7653869-4F7D-420E-8086-18A108DA132B}" destId="{C6C371F4-1040-40A2-826F-A57B2B1618DA}" srcOrd="2" destOrd="0" presId="urn:microsoft.com/office/officeart/2018/5/layout/CenteredIconLabelDescriptionList"/>
    <dgm:cxn modelId="{75474EB2-E58E-4B51-8511-64568616A037}" type="presParOf" srcId="{C6C371F4-1040-40A2-826F-A57B2B1618DA}" destId="{68C0B986-93D5-4E7F-B86A-41A191275C67}" srcOrd="0" destOrd="0" presId="urn:microsoft.com/office/officeart/2018/5/layout/CenteredIconLabelDescriptionList"/>
    <dgm:cxn modelId="{ECD97B7A-39FE-4529-B1CA-C59A16D94DE9}" type="presParOf" srcId="{C6C371F4-1040-40A2-826F-A57B2B1618DA}" destId="{6102363F-511A-4307-94B9-D1FA43F61241}" srcOrd="1" destOrd="0" presId="urn:microsoft.com/office/officeart/2018/5/layout/CenteredIconLabelDescriptionList"/>
    <dgm:cxn modelId="{E9C51ADE-C1FE-403C-ADCE-84C4DE074606}" type="presParOf" srcId="{C6C371F4-1040-40A2-826F-A57B2B1618DA}" destId="{4ACA91FC-274A-4A0B-B001-3FCD5571827F}" srcOrd="2" destOrd="0" presId="urn:microsoft.com/office/officeart/2018/5/layout/CenteredIconLabelDescriptionList"/>
    <dgm:cxn modelId="{70D1BFF2-43C6-45A9-83A8-CF1160415F90}" type="presParOf" srcId="{C6C371F4-1040-40A2-826F-A57B2B1618DA}" destId="{C56D3A14-127B-437C-B9C1-B27975D7D894}" srcOrd="3" destOrd="0" presId="urn:microsoft.com/office/officeart/2018/5/layout/CenteredIconLabelDescriptionList"/>
    <dgm:cxn modelId="{EE337C78-CDF5-4AC2-9033-D3417723A413}" type="presParOf" srcId="{C6C371F4-1040-40A2-826F-A57B2B1618DA}" destId="{20618ECE-7514-4A31-9E5F-0581438176F3}" srcOrd="4" destOrd="0" presId="urn:microsoft.com/office/officeart/2018/5/layout/CenteredIconLabelDescriptionList"/>
    <dgm:cxn modelId="{4F135FD2-768E-44AF-9A6B-EA9EF619D5A1}" type="presParOf" srcId="{B7653869-4F7D-420E-8086-18A108DA132B}" destId="{9D53795D-D2C6-4680-B084-94DE020090F9}" srcOrd="3" destOrd="0" presId="urn:microsoft.com/office/officeart/2018/5/layout/CenteredIconLabelDescriptionList"/>
    <dgm:cxn modelId="{ABE3E6F9-EA68-414B-8C3C-73EDDE8911B6}" type="presParOf" srcId="{B7653869-4F7D-420E-8086-18A108DA132B}" destId="{5589DA9C-7A0A-4306-B583-3D9423B62339}" srcOrd="4" destOrd="0" presId="urn:microsoft.com/office/officeart/2018/5/layout/CenteredIconLabelDescriptionList"/>
    <dgm:cxn modelId="{2F70A374-ABDE-4CB6-BC66-5F5F7D93AAB7}" type="presParOf" srcId="{5589DA9C-7A0A-4306-B583-3D9423B62339}" destId="{FE0038A3-7AB6-48A7-AC9C-FBB49B3D2214}" srcOrd="0" destOrd="0" presId="urn:microsoft.com/office/officeart/2018/5/layout/CenteredIconLabelDescriptionList"/>
    <dgm:cxn modelId="{8B5BFACC-6886-4AA8-ACA9-F0205371B3A0}" type="presParOf" srcId="{5589DA9C-7A0A-4306-B583-3D9423B62339}" destId="{D4A7857C-EF66-40BF-A774-9F3CA0131704}" srcOrd="1" destOrd="0" presId="urn:microsoft.com/office/officeart/2018/5/layout/CenteredIconLabelDescriptionList"/>
    <dgm:cxn modelId="{E641BE62-CCA0-4603-A9DE-48EF37959FC2}" type="presParOf" srcId="{5589DA9C-7A0A-4306-B583-3D9423B62339}" destId="{B45D7D73-77E4-4250-B088-A6A023730D01}" srcOrd="2" destOrd="0" presId="urn:microsoft.com/office/officeart/2018/5/layout/CenteredIconLabelDescriptionList"/>
    <dgm:cxn modelId="{D51DC858-4D5E-4D1F-9320-DE8C77695459}" type="presParOf" srcId="{5589DA9C-7A0A-4306-B583-3D9423B62339}" destId="{89D4E54C-DCF2-4029-BAA6-50357221C689}" srcOrd="3" destOrd="0" presId="urn:microsoft.com/office/officeart/2018/5/layout/CenteredIconLabelDescriptionList"/>
    <dgm:cxn modelId="{A75D6CEA-C530-42EE-ABF5-02FAEDA3D2A0}" type="presParOf" srcId="{5589DA9C-7A0A-4306-B583-3D9423B62339}" destId="{4249767F-A8F7-4683-B0BD-A2609B9C9BD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6CD95E-9428-4827-B1DC-AAD7708790C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FBBE753-FDDB-4C57-961A-3B17808DEA6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Role-Based Access Control (RBAC)</a:t>
          </a:r>
        </a:p>
      </dgm:t>
    </dgm:pt>
    <dgm:pt modelId="{30134143-22A1-4508-85DA-CD1B175CAB46}" type="parTrans" cxnId="{0C312615-0AA6-46C7-AACD-0F698DB24764}">
      <dgm:prSet/>
      <dgm:spPr/>
      <dgm:t>
        <a:bodyPr/>
        <a:lstStyle/>
        <a:p>
          <a:endParaRPr lang="en-US"/>
        </a:p>
      </dgm:t>
    </dgm:pt>
    <dgm:pt modelId="{34D2C50D-5DCB-435A-8CDC-3C2BFCFE509C}" type="sibTrans" cxnId="{0C312615-0AA6-46C7-AACD-0F698DB24764}">
      <dgm:prSet/>
      <dgm:spPr/>
      <dgm:t>
        <a:bodyPr/>
        <a:lstStyle/>
        <a:p>
          <a:endParaRPr lang="en-US"/>
        </a:p>
      </dgm:t>
    </dgm:pt>
    <dgm:pt modelId="{01A31971-1D78-4404-A81F-1C95C360B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Admin: Full access to users, logs, teacher management, student approvals</a:t>
          </a:r>
        </a:p>
      </dgm:t>
    </dgm:pt>
    <dgm:pt modelId="{5070DF41-07CE-42E2-9CAB-51C110B60A4D}" type="parTrans" cxnId="{95C90F5F-4B7B-4A8C-8A0F-9C902B769191}">
      <dgm:prSet/>
      <dgm:spPr/>
      <dgm:t>
        <a:bodyPr/>
        <a:lstStyle/>
        <a:p>
          <a:endParaRPr lang="en-US"/>
        </a:p>
      </dgm:t>
    </dgm:pt>
    <dgm:pt modelId="{7D8ABE2C-D6CC-44E9-A661-25C9B2D11D15}" type="sibTrans" cxnId="{95C90F5F-4B7B-4A8C-8A0F-9C902B769191}">
      <dgm:prSet/>
      <dgm:spPr/>
      <dgm:t>
        <a:bodyPr/>
        <a:lstStyle/>
        <a:p>
          <a:endParaRPr lang="en-US"/>
        </a:p>
      </dgm:t>
    </dgm:pt>
    <dgm:pt modelId="{1971C671-95F0-4AA7-B10B-0B15CC51BC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Teacher: Can access schedule, appointments, messages, profile</a:t>
          </a:r>
        </a:p>
      </dgm:t>
    </dgm:pt>
    <dgm:pt modelId="{C6B371F3-932F-4B8F-BD81-E696E8BBAC1E}" type="parTrans" cxnId="{94D2D9E2-319C-4E98-9715-54940EC7E3FF}">
      <dgm:prSet/>
      <dgm:spPr/>
      <dgm:t>
        <a:bodyPr/>
        <a:lstStyle/>
        <a:p>
          <a:endParaRPr lang="en-US"/>
        </a:p>
      </dgm:t>
    </dgm:pt>
    <dgm:pt modelId="{9573CC65-9AD5-4B58-A62E-DD2EE5D68B34}" type="sibTrans" cxnId="{94D2D9E2-319C-4E98-9715-54940EC7E3FF}">
      <dgm:prSet/>
      <dgm:spPr/>
      <dgm:t>
        <a:bodyPr/>
        <a:lstStyle/>
        <a:p>
          <a:endParaRPr lang="en-US"/>
        </a:p>
      </dgm:t>
    </dgm:pt>
    <dgm:pt modelId="{DE6E2F52-AAF5-4C5A-AB09-EBA7EA4786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Student: Can book, search, view appointments, chat</a:t>
          </a:r>
        </a:p>
      </dgm:t>
    </dgm:pt>
    <dgm:pt modelId="{4658B339-02E4-4723-B48E-884DC535B554}" type="parTrans" cxnId="{19BD249D-8FAC-472E-8290-C9710A6C4758}">
      <dgm:prSet/>
      <dgm:spPr/>
      <dgm:t>
        <a:bodyPr/>
        <a:lstStyle/>
        <a:p>
          <a:endParaRPr lang="en-US"/>
        </a:p>
      </dgm:t>
    </dgm:pt>
    <dgm:pt modelId="{ACECC6E1-DBA9-406E-B773-8FBC963E4EB0}" type="sibTrans" cxnId="{19BD249D-8FAC-472E-8290-C9710A6C4758}">
      <dgm:prSet/>
      <dgm:spPr/>
      <dgm:t>
        <a:bodyPr/>
        <a:lstStyle/>
        <a:p>
          <a:endParaRPr lang="en-US"/>
        </a:p>
      </dgm:t>
    </dgm:pt>
    <dgm:pt modelId="{19BAE5D8-8380-4066-AA8F-8D45E800C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Firestore Security Rules (simplified)</a:t>
          </a:r>
        </a:p>
      </dgm:t>
    </dgm:pt>
    <dgm:pt modelId="{57459BEC-0FAB-4BE7-90AD-A8AB9DB85246}" type="parTrans" cxnId="{CBC212CB-7B57-425E-A701-3799670E7C9F}">
      <dgm:prSet/>
      <dgm:spPr/>
      <dgm:t>
        <a:bodyPr/>
        <a:lstStyle/>
        <a:p>
          <a:endParaRPr lang="en-US"/>
        </a:p>
      </dgm:t>
    </dgm:pt>
    <dgm:pt modelId="{B9361440-925C-48D0-9939-2734F3DD799C}" type="sibTrans" cxnId="{CBC212CB-7B57-425E-A701-3799670E7C9F}">
      <dgm:prSet/>
      <dgm:spPr/>
      <dgm:t>
        <a:bodyPr/>
        <a:lstStyle/>
        <a:p>
          <a:endParaRPr lang="en-US"/>
        </a:p>
      </dgm:t>
    </dgm:pt>
    <dgm:pt modelId="{1E9D0B10-22D9-4453-9946-1261B76BB4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Users can modify only their own profile</a:t>
          </a:r>
        </a:p>
      </dgm:t>
    </dgm:pt>
    <dgm:pt modelId="{6B7231EB-AD04-4A25-AE33-AE1EDF30656D}" type="parTrans" cxnId="{C03339CE-18A6-45EC-96B1-A2D5C859C49E}">
      <dgm:prSet/>
      <dgm:spPr/>
      <dgm:t>
        <a:bodyPr/>
        <a:lstStyle/>
        <a:p>
          <a:endParaRPr lang="en-US"/>
        </a:p>
      </dgm:t>
    </dgm:pt>
    <dgm:pt modelId="{C05A7977-6F12-49F5-9E92-F090A232A773}" type="sibTrans" cxnId="{C03339CE-18A6-45EC-96B1-A2D5C859C49E}">
      <dgm:prSet/>
      <dgm:spPr/>
      <dgm:t>
        <a:bodyPr/>
        <a:lstStyle/>
        <a:p>
          <a:endParaRPr lang="en-US"/>
        </a:p>
      </dgm:t>
    </dgm:pt>
    <dgm:pt modelId="{080F2520-947B-4CD6-86DC-AD4A7E040C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 can modify teachers and can approve student registration</a:t>
          </a:r>
        </a:p>
      </dgm:t>
    </dgm:pt>
    <dgm:pt modelId="{52DFB7C7-D0AD-4462-A0C8-2C62B5A63862}" type="parTrans" cxnId="{92A6CB6F-D021-4877-83A6-58CB241C2AD9}">
      <dgm:prSet/>
      <dgm:spPr/>
      <dgm:t>
        <a:bodyPr/>
        <a:lstStyle/>
        <a:p>
          <a:endParaRPr lang="en-US"/>
        </a:p>
      </dgm:t>
    </dgm:pt>
    <dgm:pt modelId="{C9EB9977-57EE-48EC-8BC1-7EDF8CB6FB99}" type="sibTrans" cxnId="{92A6CB6F-D021-4877-83A6-58CB241C2AD9}">
      <dgm:prSet/>
      <dgm:spPr/>
      <dgm:t>
        <a:bodyPr/>
        <a:lstStyle/>
        <a:p>
          <a:endParaRPr lang="en-US"/>
        </a:p>
      </dgm:t>
    </dgm:pt>
    <dgm:pt modelId="{5047A85F-4ADB-4243-99D3-E6EC7A8E9C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Students can create appointments</a:t>
          </a:r>
        </a:p>
      </dgm:t>
    </dgm:pt>
    <dgm:pt modelId="{0E1B1F5F-D417-414A-9F77-C7FF695D4E7B}" type="parTrans" cxnId="{1318C615-4F05-47FB-BDA1-8A893300D6DB}">
      <dgm:prSet/>
      <dgm:spPr/>
      <dgm:t>
        <a:bodyPr/>
        <a:lstStyle/>
        <a:p>
          <a:endParaRPr lang="en-US"/>
        </a:p>
      </dgm:t>
    </dgm:pt>
    <dgm:pt modelId="{2F389606-8D66-4731-980C-FDA138F8CAD0}" type="sibTrans" cxnId="{1318C615-4F05-47FB-BDA1-8A893300D6DB}">
      <dgm:prSet/>
      <dgm:spPr/>
      <dgm:t>
        <a:bodyPr/>
        <a:lstStyle/>
        <a:p>
          <a:endParaRPr lang="en-US"/>
        </a:p>
      </dgm:t>
    </dgm:pt>
    <dgm:pt modelId="{60199C86-3CA6-4A9F-A917-B0B394B689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teachers assigned to an appointment can modify status</a:t>
          </a:r>
        </a:p>
      </dgm:t>
    </dgm:pt>
    <dgm:pt modelId="{AC873A38-C0E5-4E36-AF54-4D76DE19980F}" type="parTrans" cxnId="{972D8DD0-3893-4EAE-8EF4-4E3C6F8FBB5C}">
      <dgm:prSet/>
      <dgm:spPr/>
      <dgm:t>
        <a:bodyPr/>
        <a:lstStyle/>
        <a:p>
          <a:endParaRPr lang="en-US"/>
        </a:p>
      </dgm:t>
    </dgm:pt>
    <dgm:pt modelId="{C6027FD9-F325-4978-B61E-ABC8071B0BDA}" type="sibTrans" cxnId="{972D8DD0-3893-4EAE-8EF4-4E3C6F8FBB5C}">
      <dgm:prSet/>
      <dgm:spPr/>
      <dgm:t>
        <a:bodyPr/>
        <a:lstStyle/>
        <a:p>
          <a:endParaRPr lang="en-US"/>
        </a:p>
      </dgm:t>
    </dgm:pt>
    <dgm:pt modelId="{51FB8DC9-2504-46AB-B101-5E07485AE2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Notifications readable only by relevant user</a:t>
          </a:r>
        </a:p>
      </dgm:t>
    </dgm:pt>
    <dgm:pt modelId="{E69C6ABD-3638-4C51-94D7-72BA0EDE7B44}" type="parTrans" cxnId="{040813A1-B7D1-42E2-AE2B-202911AB710E}">
      <dgm:prSet/>
      <dgm:spPr/>
      <dgm:t>
        <a:bodyPr/>
        <a:lstStyle/>
        <a:p>
          <a:endParaRPr lang="en-US"/>
        </a:p>
      </dgm:t>
    </dgm:pt>
    <dgm:pt modelId="{65F4BAD3-A734-4C5A-AE8D-6DE81F397A51}" type="sibTrans" cxnId="{040813A1-B7D1-42E2-AE2B-202911AB710E}">
      <dgm:prSet/>
      <dgm:spPr/>
      <dgm:t>
        <a:bodyPr/>
        <a:lstStyle/>
        <a:p>
          <a:endParaRPr lang="en-US"/>
        </a:p>
      </dgm:t>
    </dgm:pt>
    <dgm:pt modelId="{17932796-3954-4454-AF79-DFEB596A79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Logs readable only by admin</a:t>
          </a:r>
        </a:p>
      </dgm:t>
    </dgm:pt>
    <dgm:pt modelId="{A173013C-FBB2-45E3-9D7A-CB765BB23504}" type="parTrans" cxnId="{106277A5-A779-4290-86E2-61A9EA8C7EB5}">
      <dgm:prSet/>
      <dgm:spPr/>
      <dgm:t>
        <a:bodyPr/>
        <a:lstStyle/>
        <a:p>
          <a:endParaRPr lang="en-US"/>
        </a:p>
      </dgm:t>
    </dgm:pt>
    <dgm:pt modelId="{74E69053-9105-43D8-8FD2-DFE49EAEA1D4}" type="sibTrans" cxnId="{106277A5-A779-4290-86E2-61A9EA8C7EB5}">
      <dgm:prSet/>
      <dgm:spPr/>
      <dgm:t>
        <a:bodyPr/>
        <a:lstStyle/>
        <a:p>
          <a:endParaRPr lang="en-US"/>
        </a:p>
      </dgm:t>
    </dgm:pt>
    <dgm:pt modelId="{70A93DE6-D90A-4595-AA78-2838D907F54F}" type="pres">
      <dgm:prSet presAssocID="{AF6CD95E-9428-4827-B1DC-AAD7708790C2}" presName="root" presStyleCnt="0">
        <dgm:presLayoutVars>
          <dgm:dir/>
          <dgm:resizeHandles val="exact"/>
        </dgm:presLayoutVars>
      </dgm:prSet>
      <dgm:spPr/>
    </dgm:pt>
    <dgm:pt modelId="{CDDDDC93-CD58-4700-B35A-1CE93484F3A8}" type="pres">
      <dgm:prSet presAssocID="{AFBBE753-FDDB-4C57-961A-3B17808DEA66}" presName="compNode" presStyleCnt="0"/>
      <dgm:spPr/>
    </dgm:pt>
    <dgm:pt modelId="{33BE63E8-8958-4E0E-9F73-08C89C050A2F}" type="pres">
      <dgm:prSet presAssocID="{AFBBE753-FDDB-4C57-961A-3B17808DEA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2B37D125-705D-41F3-987F-789EE0E4F7C1}" type="pres">
      <dgm:prSet presAssocID="{AFBBE753-FDDB-4C57-961A-3B17808DEA66}" presName="iconSpace" presStyleCnt="0"/>
      <dgm:spPr/>
    </dgm:pt>
    <dgm:pt modelId="{7757CC74-854C-479B-8112-5FE8826C9143}" type="pres">
      <dgm:prSet presAssocID="{AFBBE753-FDDB-4C57-961A-3B17808DEA66}" presName="parTx" presStyleLbl="revTx" presStyleIdx="0" presStyleCnt="4">
        <dgm:presLayoutVars>
          <dgm:chMax val="0"/>
          <dgm:chPref val="0"/>
        </dgm:presLayoutVars>
      </dgm:prSet>
      <dgm:spPr/>
    </dgm:pt>
    <dgm:pt modelId="{5DCE3238-84F2-4002-B312-FD4BE19227E4}" type="pres">
      <dgm:prSet presAssocID="{AFBBE753-FDDB-4C57-961A-3B17808DEA66}" presName="txSpace" presStyleCnt="0"/>
      <dgm:spPr/>
    </dgm:pt>
    <dgm:pt modelId="{A6469265-9A71-491D-BB70-DEB4309093A9}" type="pres">
      <dgm:prSet presAssocID="{AFBBE753-FDDB-4C57-961A-3B17808DEA66}" presName="desTx" presStyleLbl="revTx" presStyleIdx="1" presStyleCnt="4">
        <dgm:presLayoutVars/>
      </dgm:prSet>
      <dgm:spPr/>
    </dgm:pt>
    <dgm:pt modelId="{2C8AD208-A23C-4B45-9E5E-E1CCEE24463F}" type="pres">
      <dgm:prSet presAssocID="{34D2C50D-5DCB-435A-8CDC-3C2BFCFE509C}" presName="sibTrans" presStyleCnt="0"/>
      <dgm:spPr/>
    </dgm:pt>
    <dgm:pt modelId="{256CF217-2F13-4D55-8421-A32F4F0FE6E2}" type="pres">
      <dgm:prSet presAssocID="{1E9D0B10-22D9-4453-9946-1261B76BB444}" presName="compNode" presStyleCnt="0"/>
      <dgm:spPr/>
    </dgm:pt>
    <dgm:pt modelId="{C5422092-037C-459E-B276-201D59F31496}" type="pres">
      <dgm:prSet presAssocID="{1E9D0B10-22D9-4453-9946-1261B76BB44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6DB2384-97C8-4DBA-BEE8-8B699F62D495}" type="pres">
      <dgm:prSet presAssocID="{1E9D0B10-22D9-4453-9946-1261B76BB444}" presName="iconSpace" presStyleCnt="0"/>
      <dgm:spPr/>
    </dgm:pt>
    <dgm:pt modelId="{51011060-A387-4513-BD28-92C157AFEC1F}" type="pres">
      <dgm:prSet presAssocID="{1E9D0B10-22D9-4453-9946-1261B76BB444}" presName="parTx" presStyleLbl="revTx" presStyleIdx="2" presStyleCnt="4">
        <dgm:presLayoutVars>
          <dgm:chMax val="0"/>
          <dgm:chPref val="0"/>
        </dgm:presLayoutVars>
      </dgm:prSet>
      <dgm:spPr/>
    </dgm:pt>
    <dgm:pt modelId="{063667DD-D651-432D-BFEF-8A3CE7F41384}" type="pres">
      <dgm:prSet presAssocID="{1E9D0B10-22D9-4453-9946-1261B76BB444}" presName="txSpace" presStyleCnt="0"/>
      <dgm:spPr/>
    </dgm:pt>
    <dgm:pt modelId="{91C16FAC-7FF4-465C-8C6C-4F08C21E5A82}" type="pres">
      <dgm:prSet presAssocID="{1E9D0B10-22D9-4453-9946-1261B76BB444}" presName="desTx" presStyleLbl="revTx" presStyleIdx="3" presStyleCnt="4">
        <dgm:presLayoutVars/>
      </dgm:prSet>
      <dgm:spPr/>
    </dgm:pt>
  </dgm:ptLst>
  <dgm:cxnLst>
    <dgm:cxn modelId="{E860120B-5D12-4DD0-B63B-D7BAEA4C06BB}" type="presOf" srcId="{19BAE5D8-8380-4066-AA8F-8D45E800CBB4}" destId="{A6469265-9A71-491D-BB70-DEB4309093A9}" srcOrd="0" destOrd="3" presId="urn:microsoft.com/office/officeart/2018/2/layout/IconLabelDescriptionList"/>
    <dgm:cxn modelId="{CF37DA0E-6271-4EA4-B73D-B250F3C4EA9C}" type="presOf" srcId="{60199C86-3CA6-4A9F-A917-B0B394B6894B}" destId="{91C16FAC-7FF4-465C-8C6C-4F08C21E5A82}" srcOrd="0" destOrd="2" presId="urn:microsoft.com/office/officeart/2018/2/layout/IconLabelDescriptionList"/>
    <dgm:cxn modelId="{0C312615-0AA6-46C7-AACD-0F698DB24764}" srcId="{AF6CD95E-9428-4827-B1DC-AAD7708790C2}" destId="{AFBBE753-FDDB-4C57-961A-3B17808DEA66}" srcOrd="0" destOrd="0" parTransId="{30134143-22A1-4508-85DA-CD1B175CAB46}" sibTransId="{34D2C50D-5DCB-435A-8CDC-3C2BFCFE509C}"/>
    <dgm:cxn modelId="{1318C615-4F05-47FB-BDA1-8A893300D6DB}" srcId="{1E9D0B10-22D9-4453-9946-1261B76BB444}" destId="{5047A85F-4ADB-4243-99D3-E6EC7A8E9C3F}" srcOrd="1" destOrd="0" parTransId="{0E1B1F5F-D417-414A-9F77-C7FF695D4E7B}" sibTransId="{2F389606-8D66-4731-980C-FDA138F8CAD0}"/>
    <dgm:cxn modelId="{39D30D21-B2E0-485C-B919-DB8EBB14ABB6}" type="presOf" srcId="{17932796-3954-4454-AF79-DFEB596A79FB}" destId="{91C16FAC-7FF4-465C-8C6C-4F08C21E5A82}" srcOrd="0" destOrd="4" presId="urn:microsoft.com/office/officeart/2018/2/layout/IconLabelDescriptionList"/>
    <dgm:cxn modelId="{8CB98F35-1828-4D01-AD50-D4A7316990BC}" type="presOf" srcId="{AFBBE753-FDDB-4C57-961A-3B17808DEA66}" destId="{7757CC74-854C-479B-8112-5FE8826C9143}" srcOrd="0" destOrd="0" presId="urn:microsoft.com/office/officeart/2018/2/layout/IconLabelDescriptionList"/>
    <dgm:cxn modelId="{53E2B95B-359E-4C02-9A79-D20DF38406F8}" type="presOf" srcId="{AF6CD95E-9428-4827-B1DC-AAD7708790C2}" destId="{70A93DE6-D90A-4595-AA78-2838D907F54F}" srcOrd="0" destOrd="0" presId="urn:microsoft.com/office/officeart/2018/2/layout/IconLabelDescriptionList"/>
    <dgm:cxn modelId="{95C90F5F-4B7B-4A8C-8A0F-9C902B769191}" srcId="{AFBBE753-FDDB-4C57-961A-3B17808DEA66}" destId="{01A31971-1D78-4404-A81F-1C95C360BF39}" srcOrd="0" destOrd="0" parTransId="{5070DF41-07CE-42E2-9CAB-51C110B60A4D}" sibTransId="{7D8ABE2C-D6CC-44E9-A661-25C9B2D11D15}"/>
    <dgm:cxn modelId="{92A6CB6F-D021-4877-83A6-58CB241C2AD9}" srcId="{1E9D0B10-22D9-4453-9946-1261B76BB444}" destId="{080F2520-947B-4CD6-86DC-AD4A7E040C54}" srcOrd="0" destOrd="0" parTransId="{52DFB7C7-D0AD-4462-A0C8-2C62B5A63862}" sibTransId="{C9EB9977-57EE-48EC-8BC1-7EDF8CB6FB99}"/>
    <dgm:cxn modelId="{24988052-69FF-4447-B2F6-73A9D1A7BB58}" type="presOf" srcId="{DE6E2F52-AAF5-4C5A-AB09-EBA7EA4786BA}" destId="{A6469265-9A71-491D-BB70-DEB4309093A9}" srcOrd="0" destOrd="2" presId="urn:microsoft.com/office/officeart/2018/2/layout/IconLabelDescriptionList"/>
    <dgm:cxn modelId="{FDE38988-D8AC-4C0F-80CE-FF34609FE1F1}" type="presOf" srcId="{51FB8DC9-2504-46AB-B101-5E07485AE214}" destId="{91C16FAC-7FF4-465C-8C6C-4F08C21E5A82}" srcOrd="0" destOrd="3" presId="urn:microsoft.com/office/officeart/2018/2/layout/IconLabelDescriptionList"/>
    <dgm:cxn modelId="{10DC6F97-EBA5-4F5F-B8D2-BA2D17924459}" type="presOf" srcId="{1971C671-95F0-4AA7-B10B-0B15CC51BCA4}" destId="{A6469265-9A71-491D-BB70-DEB4309093A9}" srcOrd="0" destOrd="1" presId="urn:microsoft.com/office/officeart/2018/2/layout/IconLabelDescriptionList"/>
    <dgm:cxn modelId="{19BD249D-8FAC-472E-8290-C9710A6C4758}" srcId="{AFBBE753-FDDB-4C57-961A-3B17808DEA66}" destId="{DE6E2F52-AAF5-4C5A-AB09-EBA7EA4786BA}" srcOrd="2" destOrd="0" parTransId="{4658B339-02E4-4723-B48E-884DC535B554}" sibTransId="{ACECC6E1-DBA9-406E-B773-8FBC963E4EB0}"/>
    <dgm:cxn modelId="{040813A1-B7D1-42E2-AE2B-202911AB710E}" srcId="{1E9D0B10-22D9-4453-9946-1261B76BB444}" destId="{51FB8DC9-2504-46AB-B101-5E07485AE214}" srcOrd="3" destOrd="0" parTransId="{E69C6ABD-3638-4C51-94D7-72BA0EDE7B44}" sibTransId="{65F4BAD3-A734-4C5A-AE8D-6DE81F397A51}"/>
    <dgm:cxn modelId="{106277A5-A779-4290-86E2-61A9EA8C7EB5}" srcId="{1E9D0B10-22D9-4453-9946-1261B76BB444}" destId="{17932796-3954-4454-AF79-DFEB596A79FB}" srcOrd="4" destOrd="0" parTransId="{A173013C-FBB2-45E3-9D7A-CB765BB23504}" sibTransId="{74E69053-9105-43D8-8FD2-DFE49EAEA1D4}"/>
    <dgm:cxn modelId="{F1D532AB-1E6C-4C90-ADA7-83D754AC6429}" type="presOf" srcId="{5047A85F-4ADB-4243-99D3-E6EC7A8E9C3F}" destId="{91C16FAC-7FF4-465C-8C6C-4F08C21E5A82}" srcOrd="0" destOrd="1" presId="urn:microsoft.com/office/officeart/2018/2/layout/IconLabelDescriptionList"/>
    <dgm:cxn modelId="{CBC212CB-7B57-425E-A701-3799670E7C9F}" srcId="{AFBBE753-FDDB-4C57-961A-3B17808DEA66}" destId="{19BAE5D8-8380-4066-AA8F-8D45E800CBB4}" srcOrd="3" destOrd="0" parTransId="{57459BEC-0FAB-4BE7-90AD-A8AB9DB85246}" sibTransId="{B9361440-925C-48D0-9939-2734F3DD799C}"/>
    <dgm:cxn modelId="{C03339CE-18A6-45EC-96B1-A2D5C859C49E}" srcId="{AF6CD95E-9428-4827-B1DC-AAD7708790C2}" destId="{1E9D0B10-22D9-4453-9946-1261B76BB444}" srcOrd="1" destOrd="0" parTransId="{6B7231EB-AD04-4A25-AE33-AE1EDF30656D}" sibTransId="{C05A7977-6F12-49F5-9E92-F090A232A773}"/>
    <dgm:cxn modelId="{972D8DD0-3893-4EAE-8EF4-4E3C6F8FBB5C}" srcId="{1E9D0B10-22D9-4453-9946-1261B76BB444}" destId="{60199C86-3CA6-4A9F-A917-B0B394B6894B}" srcOrd="2" destOrd="0" parTransId="{AC873A38-C0E5-4E36-AF54-4D76DE19980F}" sibTransId="{C6027FD9-F325-4978-B61E-ABC8071B0BDA}"/>
    <dgm:cxn modelId="{711EADD8-DCB3-453F-84B2-090BDAAA3508}" type="presOf" srcId="{080F2520-947B-4CD6-86DC-AD4A7E040C54}" destId="{91C16FAC-7FF4-465C-8C6C-4F08C21E5A82}" srcOrd="0" destOrd="0" presId="urn:microsoft.com/office/officeart/2018/2/layout/IconLabelDescriptionList"/>
    <dgm:cxn modelId="{8A9172E2-2FC4-4C7A-B269-74E119319C7C}" type="presOf" srcId="{1E9D0B10-22D9-4453-9946-1261B76BB444}" destId="{51011060-A387-4513-BD28-92C157AFEC1F}" srcOrd="0" destOrd="0" presId="urn:microsoft.com/office/officeart/2018/2/layout/IconLabelDescriptionList"/>
    <dgm:cxn modelId="{94D2D9E2-319C-4E98-9715-54940EC7E3FF}" srcId="{AFBBE753-FDDB-4C57-961A-3B17808DEA66}" destId="{1971C671-95F0-4AA7-B10B-0B15CC51BCA4}" srcOrd="1" destOrd="0" parTransId="{C6B371F3-932F-4B8F-BD81-E696E8BBAC1E}" sibTransId="{9573CC65-9AD5-4B58-A62E-DD2EE5D68B34}"/>
    <dgm:cxn modelId="{547BB7FD-786F-47E0-A38D-AC38A413BFC7}" type="presOf" srcId="{01A31971-1D78-4404-A81F-1C95C360BF39}" destId="{A6469265-9A71-491D-BB70-DEB4309093A9}" srcOrd="0" destOrd="0" presId="urn:microsoft.com/office/officeart/2018/2/layout/IconLabelDescriptionList"/>
    <dgm:cxn modelId="{2EAA33C1-8448-4117-AF19-AE3908EDEA6C}" type="presParOf" srcId="{70A93DE6-D90A-4595-AA78-2838D907F54F}" destId="{CDDDDC93-CD58-4700-B35A-1CE93484F3A8}" srcOrd="0" destOrd="0" presId="urn:microsoft.com/office/officeart/2018/2/layout/IconLabelDescriptionList"/>
    <dgm:cxn modelId="{0FF22441-CBBF-4ADE-AE58-668E817D801C}" type="presParOf" srcId="{CDDDDC93-CD58-4700-B35A-1CE93484F3A8}" destId="{33BE63E8-8958-4E0E-9F73-08C89C050A2F}" srcOrd="0" destOrd="0" presId="urn:microsoft.com/office/officeart/2018/2/layout/IconLabelDescriptionList"/>
    <dgm:cxn modelId="{502E6FFA-D989-4D72-8377-2F28779FAD07}" type="presParOf" srcId="{CDDDDC93-CD58-4700-B35A-1CE93484F3A8}" destId="{2B37D125-705D-41F3-987F-789EE0E4F7C1}" srcOrd="1" destOrd="0" presId="urn:microsoft.com/office/officeart/2018/2/layout/IconLabelDescriptionList"/>
    <dgm:cxn modelId="{C21C9F10-988F-4C78-8224-22A511BE0581}" type="presParOf" srcId="{CDDDDC93-CD58-4700-B35A-1CE93484F3A8}" destId="{7757CC74-854C-479B-8112-5FE8826C9143}" srcOrd="2" destOrd="0" presId="urn:microsoft.com/office/officeart/2018/2/layout/IconLabelDescriptionList"/>
    <dgm:cxn modelId="{5B658B6E-073B-418C-AC29-C8FDB4030143}" type="presParOf" srcId="{CDDDDC93-CD58-4700-B35A-1CE93484F3A8}" destId="{5DCE3238-84F2-4002-B312-FD4BE19227E4}" srcOrd="3" destOrd="0" presId="urn:microsoft.com/office/officeart/2018/2/layout/IconLabelDescriptionList"/>
    <dgm:cxn modelId="{CA4D00A4-78E8-44FC-A4F5-98710548F56A}" type="presParOf" srcId="{CDDDDC93-CD58-4700-B35A-1CE93484F3A8}" destId="{A6469265-9A71-491D-BB70-DEB4309093A9}" srcOrd="4" destOrd="0" presId="urn:microsoft.com/office/officeart/2018/2/layout/IconLabelDescriptionList"/>
    <dgm:cxn modelId="{3F975A59-CD78-4081-8598-A98D1EA0FE26}" type="presParOf" srcId="{70A93DE6-D90A-4595-AA78-2838D907F54F}" destId="{2C8AD208-A23C-4B45-9E5E-E1CCEE24463F}" srcOrd="1" destOrd="0" presId="urn:microsoft.com/office/officeart/2018/2/layout/IconLabelDescriptionList"/>
    <dgm:cxn modelId="{20431CBE-2EFB-4986-AE6E-B84FC2FF0948}" type="presParOf" srcId="{70A93DE6-D90A-4595-AA78-2838D907F54F}" destId="{256CF217-2F13-4D55-8421-A32F4F0FE6E2}" srcOrd="2" destOrd="0" presId="urn:microsoft.com/office/officeart/2018/2/layout/IconLabelDescriptionList"/>
    <dgm:cxn modelId="{31E870D6-49AF-42A3-A6B8-3DBCAE954386}" type="presParOf" srcId="{256CF217-2F13-4D55-8421-A32F4F0FE6E2}" destId="{C5422092-037C-459E-B276-201D59F31496}" srcOrd="0" destOrd="0" presId="urn:microsoft.com/office/officeart/2018/2/layout/IconLabelDescriptionList"/>
    <dgm:cxn modelId="{3BBAA6FF-54F1-4E4F-82D9-2EE7E42DA3A2}" type="presParOf" srcId="{256CF217-2F13-4D55-8421-A32F4F0FE6E2}" destId="{96DB2384-97C8-4DBA-BEE8-8B699F62D495}" srcOrd="1" destOrd="0" presId="urn:microsoft.com/office/officeart/2018/2/layout/IconLabelDescriptionList"/>
    <dgm:cxn modelId="{C8AA9BA4-1A8A-4F3F-827C-12425F6A83E4}" type="presParOf" srcId="{256CF217-2F13-4D55-8421-A32F4F0FE6E2}" destId="{51011060-A387-4513-BD28-92C157AFEC1F}" srcOrd="2" destOrd="0" presId="urn:microsoft.com/office/officeart/2018/2/layout/IconLabelDescriptionList"/>
    <dgm:cxn modelId="{EBCA6EA2-C01C-485D-92C1-7538DC3EDE9C}" type="presParOf" srcId="{256CF217-2F13-4D55-8421-A32F4F0FE6E2}" destId="{063667DD-D651-432D-BFEF-8A3CE7F41384}" srcOrd="3" destOrd="0" presId="urn:microsoft.com/office/officeart/2018/2/layout/IconLabelDescriptionList"/>
    <dgm:cxn modelId="{6EE180DA-0D18-4D14-BCDD-AAE437F9EFB0}" type="presParOf" srcId="{256CF217-2F13-4D55-8421-A32F4F0FE6E2}" destId="{91C16FAC-7FF4-465C-8C6C-4F08C21E5A8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5F1E1E-C7AD-4C7A-881A-A7D72993E2C0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0C4EC1-60E5-4DAF-902B-9A8EBA31A0B6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NZ" b="1"/>
            <a:t>Admin</a:t>
          </a:r>
          <a:endParaRPr lang="en-US"/>
        </a:p>
      </dgm:t>
    </dgm:pt>
    <dgm:pt modelId="{79D09402-81DE-4580-9DCF-7548DCC8E3BC}" type="parTrans" cxnId="{609BEE9C-E5B6-4593-93DF-879589DCAE09}">
      <dgm:prSet/>
      <dgm:spPr/>
      <dgm:t>
        <a:bodyPr/>
        <a:lstStyle/>
        <a:p>
          <a:endParaRPr lang="en-US"/>
        </a:p>
      </dgm:t>
    </dgm:pt>
    <dgm:pt modelId="{B4002656-3C28-4586-8AE7-1A6B36AE59F7}" type="sibTrans" cxnId="{609BEE9C-E5B6-4593-93DF-879589DCAE09}">
      <dgm:prSet/>
      <dgm:spPr/>
      <dgm:t>
        <a:bodyPr/>
        <a:lstStyle/>
        <a:p>
          <a:endParaRPr lang="en-US"/>
        </a:p>
      </dgm:t>
    </dgm:pt>
    <dgm:pt modelId="{AB0C7B23-2644-490B-9812-98DE338DB75F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AdminDashboard.jsx</a:t>
          </a:r>
          <a:endParaRPr lang="en-US"/>
        </a:p>
      </dgm:t>
    </dgm:pt>
    <dgm:pt modelId="{03FA5155-AFA8-41D1-9E2D-CF34B5C8AB60}" type="parTrans" cxnId="{21673FD9-D6CF-454A-B50F-3547C46FE0F3}">
      <dgm:prSet/>
      <dgm:spPr/>
      <dgm:t>
        <a:bodyPr/>
        <a:lstStyle/>
        <a:p>
          <a:endParaRPr lang="en-US"/>
        </a:p>
      </dgm:t>
    </dgm:pt>
    <dgm:pt modelId="{1788C50A-929F-42A9-B8DE-8235BF4A21BD}" type="sibTrans" cxnId="{21673FD9-D6CF-454A-B50F-3547C46FE0F3}">
      <dgm:prSet/>
      <dgm:spPr/>
      <dgm:t>
        <a:bodyPr/>
        <a:lstStyle/>
        <a:p>
          <a:endParaRPr lang="en-US"/>
        </a:p>
      </dgm:t>
    </dgm:pt>
    <dgm:pt modelId="{0D516497-8F28-4ADF-B71F-C02AD3613E1D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ManageTeacher.jsx</a:t>
          </a:r>
          <a:endParaRPr lang="en-US"/>
        </a:p>
      </dgm:t>
    </dgm:pt>
    <dgm:pt modelId="{B3B27652-4F70-4AEF-A395-A3FDE41FB4A1}" type="parTrans" cxnId="{D9BFB58A-3484-4828-A121-D65E4333F4B6}">
      <dgm:prSet/>
      <dgm:spPr/>
      <dgm:t>
        <a:bodyPr/>
        <a:lstStyle/>
        <a:p>
          <a:endParaRPr lang="en-US"/>
        </a:p>
      </dgm:t>
    </dgm:pt>
    <dgm:pt modelId="{99B9B1A5-97A3-41D7-946E-AE2D1C00CF59}" type="sibTrans" cxnId="{D9BFB58A-3484-4828-A121-D65E4333F4B6}">
      <dgm:prSet/>
      <dgm:spPr/>
      <dgm:t>
        <a:bodyPr/>
        <a:lstStyle/>
        <a:p>
          <a:endParaRPr lang="en-US"/>
        </a:p>
      </dgm:t>
    </dgm:pt>
    <dgm:pt modelId="{4883673C-DCA4-4262-BBE5-306A7AF270D8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ApproveStudents.jsx</a:t>
          </a:r>
          <a:endParaRPr lang="en-US"/>
        </a:p>
      </dgm:t>
    </dgm:pt>
    <dgm:pt modelId="{59F968AB-5675-41C2-8B8E-F36B9E40941F}" type="parTrans" cxnId="{DB381721-051B-4903-ADD0-F36A34E610EC}">
      <dgm:prSet/>
      <dgm:spPr/>
      <dgm:t>
        <a:bodyPr/>
        <a:lstStyle/>
        <a:p>
          <a:endParaRPr lang="en-US"/>
        </a:p>
      </dgm:t>
    </dgm:pt>
    <dgm:pt modelId="{1E97C73F-41AB-4639-A993-E689456F9F87}" type="sibTrans" cxnId="{DB381721-051B-4903-ADD0-F36A34E610EC}">
      <dgm:prSet/>
      <dgm:spPr/>
      <dgm:t>
        <a:bodyPr/>
        <a:lstStyle/>
        <a:p>
          <a:endParaRPr lang="en-US"/>
        </a:p>
      </dgm:t>
    </dgm:pt>
    <dgm:pt modelId="{E571E7A3-2560-430C-A265-ED2E92004C79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Logs.jsx</a:t>
          </a:r>
          <a:endParaRPr lang="en-US"/>
        </a:p>
      </dgm:t>
    </dgm:pt>
    <dgm:pt modelId="{3C2FC187-B513-47BD-BA99-E39E91520529}" type="parTrans" cxnId="{BC860DFA-6245-43FD-BD3D-344D75D1FA90}">
      <dgm:prSet/>
      <dgm:spPr/>
      <dgm:t>
        <a:bodyPr/>
        <a:lstStyle/>
        <a:p>
          <a:endParaRPr lang="en-US"/>
        </a:p>
      </dgm:t>
    </dgm:pt>
    <dgm:pt modelId="{73716CD8-C3E7-4913-AF36-8CCF78EF2D26}" type="sibTrans" cxnId="{BC860DFA-6245-43FD-BD3D-344D75D1FA90}">
      <dgm:prSet/>
      <dgm:spPr/>
      <dgm:t>
        <a:bodyPr/>
        <a:lstStyle/>
        <a:p>
          <a:endParaRPr lang="en-US"/>
        </a:p>
      </dgm:t>
    </dgm:pt>
    <dgm:pt modelId="{788E116D-6039-4945-8F1A-407B709ABF7F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NZ" b="1"/>
            <a:t>Teacher</a:t>
          </a:r>
          <a:endParaRPr lang="en-US"/>
        </a:p>
      </dgm:t>
    </dgm:pt>
    <dgm:pt modelId="{C1B24327-3DC0-40E9-BFF5-0160647EC44B}" type="parTrans" cxnId="{3665D1BD-1751-422A-8886-4361E0152120}">
      <dgm:prSet/>
      <dgm:spPr/>
      <dgm:t>
        <a:bodyPr/>
        <a:lstStyle/>
        <a:p>
          <a:endParaRPr lang="en-US"/>
        </a:p>
      </dgm:t>
    </dgm:pt>
    <dgm:pt modelId="{914CD8A1-BB9C-4B1D-9A92-41E6FDF9FB5D}" type="sibTrans" cxnId="{3665D1BD-1751-422A-8886-4361E0152120}">
      <dgm:prSet/>
      <dgm:spPr/>
      <dgm:t>
        <a:bodyPr/>
        <a:lstStyle/>
        <a:p>
          <a:endParaRPr lang="en-US"/>
        </a:p>
      </dgm:t>
    </dgm:pt>
    <dgm:pt modelId="{4A69A1AC-F899-4D1D-A571-3D9854FF0769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TeacherDashboard.jsx</a:t>
          </a:r>
          <a:endParaRPr lang="en-US"/>
        </a:p>
      </dgm:t>
    </dgm:pt>
    <dgm:pt modelId="{1ECF509A-C105-427B-8EA8-1F86DE67AD33}" type="parTrans" cxnId="{6C1724B8-AF99-45EF-B6FF-4DDEB75A0A5A}">
      <dgm:prSet/>
      <dgm:spPr/>
      <dgm:t>
        <a:bodyPr/>
        <a:lstStyle/>
        <a:p>
          <a:endParaRPr lang="en-US"/>
        </a:p>
      </dgm:t>
    </dgm:pt>
    <dgm:pt modelId="{24379D34-1570-4553-8B56-4DDCB8D30292}" type="sibTrans" cxnId="{6C1724B8-AF99-45EF-B6FF-4DDEB75A0A5A}">
      <dgm:prSet/>
      <dgm:spPr/>
      <dgm:t>
        <a:bodyPr/>
        <a:lstStyle/>
        <a:p>
          <a:endParaRPr lang="en-US"/>
        </a:p>
      </dgm:t>
    </dgm:pt>
    <dgm:pt modelId="{C8FA78A6-F69C-455F-8D6C-3137A3F84F7F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TeacherSchedule.jsx</a:t>
          </a:r>
          <a:endParaRPr lang="en-US"/>
        </a:p>
      </dgm:t>
    </dgm:pt>
    <dgm:pt modelId="{93F14D76-951C-41E2-866A-76AAD9CA987E}" type="parTrans" cxnId="{DD7E8172-BE6D-4D1B-9631-6D7CD9DBC243}">
      <dgm:prSet/>
      <dgm:spPr/>
      <dgm:t>
        <a:bodyPr/>
        <a:lstStyle/>
        <a:p>
          <a:endParaRPr lang="en-US"/>
        </a:p>
      </dgm:t>
    </dgm:pt>
    <dgm:pt modelId="{A5711939-ACE7-4CD3-8756-465E679642DA}" type="sibTrans" cxnId="{DD7E8172-BE6D-4D1B-9631-6D7CD9DBC243}">
      <dgm:prSet/>
      <dgm:spPr/>
      <dgm:t>
        <a:bodyPr/>
        <a:lstStyle/>
        <a:p>
          <a:endParaRPr lang="en-US"/>
        </a:p>
      </dgm:t>
    </dgm:pt>
    <dgm:pt modelId="{2AABEF44-6F0B-411F-BE15-186704021248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TeacherAppointments.jsx</a:t>
          </a:r>
          <a:endParaRPr lang="en-US"/>
        </a:p>
      </dgm:t>
    </dgm:pt>
    <dgm:pt modelId="{469D8B00-4D8A-4CA2-9FC3-5CFF802C04AA}" type="parTrans" cxnId="{CC83CD55-C753-4918-9CB4-81BE24EEE904}">
      <dgm:prSet/>
      <dgm:spPr/>
      <dgm:t>
        <a:bodyPr/>
        <a:lstStyle/>
        <a:p>
          <a:endParaRPr lang="en-US"/>
        </a:p>
      </dgm:t>
    </dgm:pt>
    <dgm:pt modelId="{2CEF00B2-79E7-4741-89CA-4F69B6EE9549}" type="sibTrans" cxnId="{CC83CD55-C753-4918-9CB4-81BE24EEE904}">
      <dgm:prSet/>
      <dgm:spPr/>
      <dgm:t>
        <a:bodyPr/>
        <a:lstStyle/>
        <a:p>
          <a:endParaRPr lang="en-US"/>
        </a:p>
      </dgm:t>
    </dgm:pt>
    <dgm:pt modelId="{FE36728E-A02F-47BE-BF74-97EDC9369215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NZ" b="1"/>
            <a:t>Student</a:t>
          </a:r>
          <a:endParaRPr lang="en-US"/>
        </a:p>
      </dgm:t>
    </dgm:pt>
    <dgm:pt modelId="{7A5C818C-20C2-4E77-B3A5-2FCF001F31AC}" type="parTrans" cxnId="{69E02828-9946-4A4E-98FF-59021D2D3BC9}">
      <dgm:prSet/>
      <dgm:spPr/>
      <dgm:t>
        <a:bodyPr/>
        <a:lstStyle/>
        <a:p>
          <a:endParaRPr lang="en-US"/>
        </a:p>
      </dgm:t>
    </dgm:pt>
    <dgm:pt modelId="{724BA268-62A1-433F-BC36-B0739CB189F1}" type="sibTrans" cxnId="{69E02828-9946-4A4E-98FF-59021D2D3BC9}">
      <dgm:prSet/>
      <dgm:spPr/>
      <dgm:t>
        <a:bodyPr/>
        <a:lstStyle/>
        <a:p>
          <a:endParaRPr lang="en-US"/>
        </a:p>
      </dgm:t>
    </dgm:pt>
    <dgm:pt modelId="{FFC8AE29-11CD-4144-906C-FD9E5D5AB419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StudentDashboard.jsx</a:t>
          </a:r>
          <a:endParaRPr lang="en-US"/>
        </a:p>
      </dgm:t>
    </dgm:pt>
    <dgm:pt modelId="{428C1ABE-3D77-4252-91C7-7FD315218CFE}" type="parTrans" cxnId="{833018B3-7D85-49C7-9B9B-7A5DDE0E9F05}">
      <dgm:prSet/>
      <dgm:spPr/>
      <dgm:t>
        <a:bodyPr/>
        <a:lstStyle/>
        <a:p>
          <a:endParaRPr lang="en-US"/>
        </a:p>
      </dgm:t>
    </dgm:pt>
    <dgm:pt modelId="{ED5FC94F-7748-45E9-92F5-0C9990A1526C}" type="sibTrans" cxnId="{833018B3-7D85-49C7-9B9B-7A5DDE0E9F05}">
      <dgm:prSet/>
      <dgm:spPr/>
      <dgm:t>
        <a:bodyPr/>
        <a:lstStyle/>
        <a:p>
          <a:endParaRPr lang="en-US"/>
        </a:p>
      </dgm:t>
    </dgm:pt>
    <dgm:pt modelId="{6D998ED7-DB8C-44A9-A3E7-A749CBD56578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TeacherSearch.jsx</a:t>
          </a:r>
          <a:endParaRPr lang="en-US"/>
        </a:p>
      </dgm:t>
    </dgm:pt>
    <dgm:pt modelId="{FAD5E73D-37E6-4017-9A23-358A4FAAC870}" type="parTrans" cxnId="{7D7BA3C9-91FF-4295-806D-428C6A656C68}">
      <dgm:prSet/>
      <dgm:spPr/>
      <dgm:t>
        <a:bodyPr/>
        <a:lstStyle/>
        <a:p>
          <a:endParaRPr lang="en-US"/>
        </a:p>
      </dgm:t>
    </dgm:pt>
    <dgm:pt modelId="{B0ED884B-52A9-4B68-B38D-0A784E030536}" type="sibTrans" cxnId="{7D7BA3C9-91FF-4295-806D-428C6A656C68}">
      <dgm:prSet/>
      <dgm:spPr/>
      <dgm:t>
        <a:bodyPr/>
        <a:lstStyle/>
        <a:p>
          <a:endParaRPr lang="en-US"/>
        </a:p>
      </dgm:t>
    </dgm:pt>
    <dgm:pt modelId="{28350A34-9AC6-4F02-93E7-CD20834A0DFF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BookAppointment.jsx</a:t>
          </a:r>
          <a:endParaRPr lang="en-US"/>
        </a:p>
      </dgm:t>
    </dgm:pt>
    <dgm:pt modelId="{BC3CDE24-27BA-443C-AEDE-0C206EF898DB}" type="parTrans" cxnId="{284865B4-2BCA-4B4E-BFDC-253CD42C2907}">
      <dgm:prSet/>
      <dgm:spPr/>
      <dgm:t>
        <a:bodyPr/>
        <a:lstStyle/>
        <a:p>
          <a:endParaRPr lang="en-US"/>
        </a:p>
      </dgm:t>
    </dgm:pt>
    <dgm:pt modelId="{F74EB8B8-1785-473A-94A3-AE5A22B3B560}" type="sibTrans" cxnId="{284865B4-2BCA-4B4E-BFDC-253CD42C2907}">
      <dgm:prSet/>
      <dgm:spPr/>
      <dgm:t>
        <a:bodyPr/>
        <a:lstStyle/>
        <a:p>
          <a:endParaRPr lang="en-US"/>
        </a:p>
      </dgm:t>
    </dgm:pt>
    <dgm:pt modelId="{5D587AD5-D233-4386-A651-B09370AA29B1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MyAppointments.jsx</a:t>
          </a:r>
          <a:endParaRPr lang="en-US"/>
        </a:p>
      </dgm:t>
    </dgm:pt>
    <dgm:pt modelId="{B378F026-3230-458A-A551-F68D2C2E879E}" type="parTrans" cxnId="{4C1694C8-E35A-41EB-9796-020D66EFBEBF}">
      <dgm:prSet/>
      <dgm:spPr/>
      <dgm:t>
        <a:bodyPr/>
        <a:lstStyle/>
        <a:p>
          <a:endParaRPr lang="en-US"/>
        </a:p>
      </dgm:t>
    </dgm:pt>
    <dgm:pt modelId="{CF7C94D3-FC02-41F7-8D1B-00F43D14C66B}" type="sibTrans" cxnId="{4C1694C8-E35A-41EB-9796-020D66EFBEBF}">
      <dgm:prSet/>
      <dgm:spPr/>
      <dgm:t>
        <a:bodyPr/>
        <a:lstStyle/>
        <a:p>
          <a:endParaRPr lang="en-US"/>
        </a:p>
      </dgm:t>
    </dgm:pt>
    <dgm:pt modelId="{1D702565-3554-4EC6-8F52-FEB65AFD52D6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NZ" b="1" dirty="0"/>
            <a:t>Common</a:t>
          </a:r>
          <a:endParaRPr lang="en-US" dirty="0"/>
        </a:p>
      </dgm:t>
    </dgm:pt>
    <dgm:pt modelId="{CA2CE402-9749-40CE-A9E1-99C24A6A1E4C}" type="parTrans" cxnId="{15C544A4-98F7-4138-A40F-99DC2D2A5894}">
      <dgm:prSet/>
      <dgm:spPr/>
      <dgm:t>
        <a:bodyPr/>
        <a:lstStyle/>
        <a:p>
          <a:endParaRPr lang="en-US"/>
        </a:p>
      </dgm:t>
    </dgm:pt>
    <dgm:pt modelId="{2A05731D-BD55-4CCA-B0DF-91FD76E95DF7}" type="sibTrans" cxnId="{15C544A4-98F7-4138-A40F-99DC2D2A5894}">
      <dgm:prSet/>
      <dgm:spPr/>
      <dgm:t>
        <a:bodyPr/>
        <a:lstStyle/>
        <a:p>
          <a:endParaRPr lang="en-US"/>
        </a:p>
      </dgm:t>
    </dgm:pt>
    <dgm:pt modelId="{001E7239-AE9D-46FF-8873-938039761027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messages.jsx</a:t>
          </a:r>
          <a:endParaRPr lang="en-US"/>
        </a:p>
      </dgm:t>
    </dgm:pt>
    <dgm:pt modelId="{E5CF24F5-9D61-4098-A7A0-7C696702DC9C}" type="parTrans" cxnId="{AFFDF9A6-432E-4D03-A6C8-A8A7506AA525}">
      <dgm:prSet/>
      <dgm:spPr/>
      <dgm:t>
        <a:bodyPr/>
        <a:lstStyle/>
        <a:p>
          <a:endParaRPr lang="en-US"/>
        </a:p>
      </dgm:t>
    </dgm:pt>
    <dgm:pt modelId="{7632FFA9-DFE7-4EE4-8313-0F9AA99B19D5}" type="sibTrans" cxnId="{AFFDF9A6-432E-4D03-A6C8-A8A7506AA525}">
      <dgm:prSet/>
      <dgm:spPr/>
      <dgm:t>
        <a:bodyPr/>
        <a:lstStyle/>
        <a:p>
          <a:endParaRPr lang="en-US"/>
        </a:p>
      </dgm:t>
    </dgm:pt>
    <dgm:pt modelId="{3397AAEA-D888-43F1-A37A-2E04AA445C3A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AllNotifications.jsx</a:t>
          </a:r>
          <a:endParaRPr lang="en-US"/>
        </a:p>
      </dgm:t>
    </dgm:pt>
    <dgm:pt modelId="{4AA6DF85-9D46-424F-9FB7-AF7BB86F7E4F}" type="parTrans" cxnId="{6FEFE8D8-96C9-4EA4-A825-11870D9CD0AF}">
      <dgm:prSet/>
      <dgm:spPr/>
      <dgm:t>
        <a:bodyPr/>
        <a:lstStyle/>
        <a:p>
          <a:endParaRPr lang="en-US"/>
        </a:p>
      </dgm:t>
    </dgm:pt>
    <dgm:pt modelId="{4BF88F95-68BF-4F3B-9CB3-0A5DDE5DEC52}" type="sibTrans" cxnId="{6FEFE8D8-96C9-4EA4-A825-11870D9CD0AF}">
      <dgm:prSet/>
      <dgm:spPr/>
      <dgm:t>
        <a:bodyPr/>
        <a:lstStyle/>
        <a:p>
          <a:endParaRPr lang="en-US"/>
        </a:p>
      </dgm:t>
    </dgm:pt>
    <dgm:pt modelId="{3C4C4F37-1D49-41F2-ADC7-ABA29847B8B7}">
      <dgm:prSet/>
      <dgm:spPr>
        <a:solidFill>
          <a:schemeClr val="bg2">
            <a:lumMod val="90000"/>
            <a:alpha val="90000"/>
          </a:schemeClr>
        </a:solidFill>
        <a:ln>
          <a:noFill/>
        </a:ln>
      </dgm:spPr>
      <dgm:t>
        <a:bodyPr/>
        <a:lstStyle/>
        <a:p>
          <a:r>
            <a:rPr lang="en-NZ"/>
            <a:t>Profile.jsx</a:t>
          </a:r>
          <a:endParaRPr lang="en-US"/>
        </a:p>
      </dgm:t>
    </dgm:pt>
    <dgm:pt modelId="{26F15BF8-C49D-41CB-8794-792C381CA4D4}" type="parTrans" cxnId="{10210285-D1F2-4ABB-8C6A-9BC60EC70D61}">
      <dgm:prSet/>
      <dgm:spPr/>
      <dgm:t>
        <a:bodyPr/>
        <a:lstStyle/>
        <a:p>
          <a:endParaRPr lang="en-US"/>
        </a:p>
      </dgm:t>
    </dgm:pt>
    <dgm:pt modelId="{CF935F66-2662-49A9-8BF3-45E0F79EF01E}" type="sibTrans" cxnId="{10210285-D1F2-4ABB-8C6A-9BC60EC70D61}">
      <dgm:prSet/>
      <dgm:spPr/>
      <dgm:t>
        <a:bodyPr/>
        <a:lstStyle/>
        <a:p>
          <a:endParaRPr lang="en-US"/>
        </a:p>
      </dgm:t>
    </dgm:pt>
    <dgm:pt modelId="{87D3DB0E-71E5-4CA3-8AA5-601094A994B5}" type="pres">
      <dgm:prSet presAssocID="{7D5F1E1E-C7AD-4C7A-881A-A7D72993E2C0}" presName="Name0" presStyleCnt="0">
        <dgm:presLayoutVars>
          <dgm:dir/>
          <dgm:animLvl val="lvl"/>
          <dgm:resizeHandles val="exact"/>
        </dgm:presLayoutVars>
      </dgm:prSet>
      <dgm:spPr/>
    </dgm:pt>
    <dgm:pt modelId="{350C2CDF-96DD-468D-8469-7176C26E6F9B}" type="pres">
      <dgm:prSet presAssocID="{D00C4EC1-60E5-4DAF-902B-9A8EBA31A0B6}" presName="composite" presStyleCnt="0"/>
      <dgm:spPr/>
    </dgm:pt>
    <dgm:pt modelId="{AB3BE400-44F9-4690-B373-D54921D88D6F}" type="pres">
      <dgm:prSet presAssocID="{D00C4EC1-60E5-4DAF-902B-9A8EBA31A0B6}" presName="parTx" presStyleLbl="alignNode1" presStyleIdx="0" presStyleCnt="4">
        <dgm:presLayoutVars>
          <dgm:chMax val="0"/>
          <dgm:chPref val="0"/>
        </dgm:presLayoutVars>
      </dgm:prSet>
      <dgm:spPr/>
    </dgm:pt>
    <dgm:pt modelId="{59FB9752-9CE7-4454-AAD3-F7F97434058C}" type="pres">
      <dgm:prSet presAssocID="{D00C4EC1-60E5-4DAF-902B-9A8EBA31A0B6}" presName="desTx" presStyleLbl="alignAccFollowNode1" presStyleIdx="0" presStyleCnt="4">
        <dgm:presLayoutVars/>
      </dgm:prSet>
      <dgm:spPr/>
    </dgm:pt>
    <dgm:pt modelId="{824C5572-BEF2-4CCC-946E-B91345A05E3A}" type="pres">
      <dgm:prSet presAssocID="{B4002656-3C28-4586-8AE7-1A6B36AE59F7}" presName="space" presStyleCnt="0"/>
      <dgm:spPr/>
    </dgm:pt>
    <dgm:pt modelId="{0C12E150-C737-4098-B2CB-7BD5F39C313B}" type="pres">
      <dgm:prSet presAssocID="{788E116D-6039-4945-8F1A-407B709ABF7F}" presName="composite" presStyleCnt="0"/>
      <dgm:spPr/>
    </dgm:pt>
    <dgm:pt modelId="{0952DB25-FE22-4EF2-97B5-590314537474}" type="pres">
      <dgm:prSet presAssocID="{788E116D-6039-4945-8F1A-407B709ABF7F}" presName="parTx" presStyleLbl="alignNode1" presStyleIdx="1" presStyleCnt="4">
        <dgm:presLayoutVars>
          <dgm:chMax val="0"/>
          <dgm:chPref val="0"/>
        </dgm:presLayoutVars>
      </dgm:prSet>
      <dgm:spPr/>
    </dgm:pt>
    <dgm:pt modelId="{1B3D4013-3732-4796-8507-09C356E03F0F}" type="pres">
      <dgm:prSet presAssocID="{788E116D-6039-4945-8F1A-407B709ABF7F}" presName="desTx" presStyleLbl="alignAccFollowNode1" presStyleIdx="1" presStyleCnt="4">
        <dgm:presLayoutVars/>
      </dgm:prSet>
      <dgm:spPr/>
    </dgm:pt>
    <dgm:pt modelId="{88E50992-006F-42AB-BE89-F6D802B937AE}" type="pres">
      <dgm:prSet presAssocID="{914CD8A1-BB9C-4B1D-9A92-41E6FDF9FB5D}" presName="space" presStyleCnt="0"/>
      <dgm:spPr/>
    </dgm:pt>
    <dgm:pt modelId="{75501E68-D7C8-4A8B-9DFC-69D1A692EE94}" type="pres">
      <dgm:prSet presAssocID="{FE36728E-A02F-47BE-BF74-97EDC9369215}" presName="composite" presStyleCnt="0"/>
      <dgm:spPr/>
    </dgm:pt>
    <dgm:pt modelId="{C27DEBC1-9B26-477B-AB6E-C4247AE5A81F}" type="pres">
      <dgm:prSet presAssocID="{FE36728E-A02F-47BE-BF74-97EDC9369215}" presName="parTx" presStyleLbl="alignNode1" presStyleIdx="2" presStyleCnt="4">
        <dgm:presLayoutVars>
          <dgm:chMax val="0"/>
          <dgm:chPref val="0"/>
        </dgm:presLayoutVars>
      </dgm:prSet>
      <dgm:spPr/>
    </dgm:pt>
    <dgm:pt modelId="{6C8D2C3C-2DE6-4B2A-8D83-93D1BB7AA157}" type="pres">
      <dgm:prSet presAssocID="{FE36728E-A02F-47BE-BF74-97EDC9369215}" presName="desTx" presStyleLbl="alignAccFollowNode1" presStyleIdx="2" presStyleCnt="4">
        <dgm:presLayoutVars/>
      </dgm:prSet>
      <dgm:spPr/>
    </dgm:pt>
    <dgm:pt modelId="{9C4472BD-3DA7-4101-A469-BFAF1761BF20}" type="pres">
      <dgm:prSet presAssocID="{724BA268-62A1-433F-BC36-B0739CB189F1}" presName="space" presStyleCnt="0"/>
      <dgm:spPr/>
    </dgm:pt>
    <dgm:pt modelId="{18C27E70-FCDC-4358-85C0-EC79DF2C504D}" type="pres">
      <dgm:prSet presAssocID="{1D702565-3554-4EC6-8F52-FEB65AFD52D6}" presName="composite" presStyleCnt="0"/>
      <dgm:spPr/>
    </dgm:pt>
    <dgm:pt modelId="{B48C1EF3-BF1D-4206-8942-737BB3829EB2}" type="pres">
      <dgm:prSet presAssocID="{1D702565-3554-4EC6-8F52-FEB65AFD52D6}" presName="parTx" presStyleLbl="alignNode1" presStyleIdx="3" presStyleCnt="4">
        <dgm:presLayoutVars>
          <dgm:chMax val="0"/>
          <dgm:chPref val="0"/>
        </dgm:presLayoutVars>
      </dgm:prSet>
      <dgm:spPr/>
    </dgm:pt>
    <dgm:pt modelId="{685D038C-D51A-4771-9D17-7EE3693DB400}" type="pres">
      <dgm:prSet presAssocID="{1D702565-3554-4EC6-8F52-FEB65AFD52D6}" presName="desTx" presStyleLbl="alignAccFollowNode1" presStyleIdx="3" presStyleCnt="4">
        <dgm:presLayoutVars/>
      </dgm:prSet>
      <dgm:spPr/>
    </dgm:pt>
  </dgm:ptLst>
  <dgm:cxnLst>
    <dgm:cxn modelId="{EC557103-B30B-4D5D-A256-26B829955ECC}" type="presOf" srcId="{2AABEF44-6F0B-411F-BE15-186704021248}" destId="{1B3D4013-3732-4796-8507-09C356E03F0F}" srcOrd="0" destOrd="2" presId="urn:microsoft.com/office/officeart/2016/7/layout/ChevronBlockProcess"/>
    <dgm:cxn modelId="{9F188403-03F8-4AD6-BA31-187F83DD8D01}" type="presOf" srcId="{FFC8AE29-11CD-4144-906C-FD9E5D5AB419}" destId="{6C8D2C3C-2DE6-4B2A-8D83-93D1BB7AA157}" srcOrd="0" destOrd="0" presId="urn:microsoft.com/office/officeart/2016/7/layout/ChevronBlockProcess"/>
    <dgm:cxn modelId="{E6C7C007-095D-43C6-AAC1-F7141F33913C}" type="presOf" srcId="{4883673C-DCA4-4262-BBE5-306A7AF270D8}" destId="{59FB9752-9CE7-4454-AAD3-F7F97434058C}" srcOrd="0" destOrd="2" presId="urn:microsoft.com/office/officeart/2016/7/layout/ChevronBlockProcess"/>
    <dgm:cxn modelId="{F7B3900C-DE3D-4E7A-8000-1BF68D636E9D}" type="presOf" srcId="{4A69A1AC-F899-4D1D-A571-3D9854FF0769}" destId="{1B3D4013-3732-4796-8507-09C356E03F0F}" srcOrd="0" destOrd="0" presId="urn:microsoft.com/office/officeart/2016/7/layout/ChevronBlockProcess"/>
    <dgm:cxn modelId="{9FD69011-88F2-4EF5-AB13-93C54184B48D}" type="presOf" srcId="{001E7239-AE9D-46FF-8873-938039761027}" destId="{685D038C-D51A-4771-9D17-7EE3693DB400}" srcOrd="0" destOrd="0" presId="urn:microsoft.com/office/officeart/2016/7/layout/ChevronBlockProcess"/>
    <dgm:cxn modelId="{CFB51E1B-B8AD-48AD-B2FA-D193CE5B62DB}" type="presOf" srcId="{6D998ED7-DB8C-44A9-A3E7-A749CBD56578}" destId="{6C8D2C3C-2DE6-4B2A-8D83-93D1BB7AA157}" srcOrd="0" destOrd="1" presId="urn:microsoft.com/office/officeart/2016/7/layout/ChevronBlockProcess"/>
    <dgm:cxn modelId="{DB381721-051B-4903-ADD0-F36A34E610EC}" srcId="{D00C4EC1-60E5-4DAF-902B-9A8EBA31A0B6}" destId="{4883673C-DCA4-4262-BBE5-306A7AF270D8}" srcOrd="2" destOrd="0" parTransId="{59F968AB-5675-41C2-8B8E-F36B9E40941F}" sibTransId="{1E97C73F-41AB-4639-A993-E689456F9F87}"/>
    <dgm:cxn modelId="{5CBEF521-808A-414E-91B1-71EEA912E152}" type="presOf" srcId="{788E116D-6039-4945-8F1A-407B709ABF7F}" destId="{0952DB25-FE22-4EF2-97B5-590314537474}" srcOrd="0" destOrd="0" presId="urn:microsoft.com/office/officeart/2016/7/layout/ChevronBlockProcess"/>
    <dgm:cxn modelId="{69E02828-9946-4A4E-98FF-59021D2D3BC9}" srcId="{7D5F1E1E-C7AD-4C7A-881A-A7D72993E2C0}" destId="{FE36728E-A02F-47BE-BF74-97EDC9369215}" srcOrd="2" destOrd="0" parTransId="{7A5C818C-20C2-4E77-B3A5-2FCF001F31AC}" sibTransId="{724BA268-62A1-433F-BC36-B0739CB189F1}"/>
    <dgm:cxn modelId="{B522564E-BE62-4885-8730-D763D9777887}" type="presOf" srcId="{AB0C7B23-2644-490B-9812-98DE338DB75F}" destId="{59FB9752-9CE7-4454-AAD3-F7F97434058C}" srcOrd="0" destOrd="0" presId="urn:microsoft.com/office/officeart/2016/7/layout/ChevronBlockProcess"/>
    <dgm:cxn modelId="{C2732271-7DBD-4D70-A128-252460810CE8}" type="presOf" srcId="{28350A34-9AC6-4F02-93E7-CD20834A0DFF}" destId="{6C8D2C3C-2DE6-4B2A-8D83-93D1BB7AA157}" srcOrd="0" destOrd="2" presId="urn:microsoft.com/office/officeart/2016/7/layout/ChevronBlockProcess"/>
    <dgm:cxn modelId="{DD7E8172-BE6D-4D1B-9631-6D7CD9DBC243}" srcId="{788E116D-6039-4945-8F1A-407B709ABF7F}" destId="{C8FA78A6-F69C-455F-8D6C-3137A3F84F7F}" srcOrd="1" destOrd="0" parTransId="{93F14D76-951C-41E2-866A-76AAD9CA987E}" sibTransId="{A5711939-ACE7-4CD3-8756-465E679642DA}"/>
    <dgm:cxn modelId="{CC83CD55-C753-4918-9CB4-81BE24EEE904}" srcId="{788E116D-6039-4945-8F1A-407B709ABF7F}" destId="{2AABEF44-6F0B-411F-BE15-186704021248}" srcOrd="2" destOrd="0" parTransId="{469D8B00-4D8A-4CA2-9FC3-5CFF802C04AA}" sibTransId="{2CEF00B2-79E7-4741-89CA-4F69B6EE9549}"/>
    <dgm:cxn modelId="{E04C4958-B4A5-4EE1-91D0-791078FD16E1}" type="presOf" srcId="{FE36728E-A02F-47BE-BF74-97EDC9369215}" destId="{C27DEBC1-9B26-477B-AB6E-C4247AE5A81F}" srcOrd="0" destOrd="0" presId="urn:microsoft.com/office/officeart/2016/7/layout/ChevronBlockProcess"/>
    <dgm:cxn modelId="{10210285-D1F2-4ABB-8C6A-9BC60EC70D61}" srcId="{1D702565-3554-4EC6-8F52-FEB65AFD52D6}" destId="{3C4C4F37-1D49-41F2-ADC7-ABA29847B8B7}" srcOrd="2" destOrd="0" parTransId="{26F15BF8-C49D-41CB-8794-792C381CA4D4}" sibTransId="{CF935F66-2662-49A9-8BF3-45E0F79EF01E}"/>
    <dgm:cxn modelId="{D9BFB58A-3484-4828-A121-D65E4333F4B6}" srcId="{D00C4EC1-60E5-4DAF-902B-9A8EBA31A0B6}" destId="{0D516497-8F28-4ADF-B71F-C02AD3613E1D}" srcOrd="1" destOrd="0" parTransId="{B3B27652-4F70-4AEF-A395-A3FDE41FB4A1}" sibTransId="{99B9B1A5-97A3-41D7-946E-AE2D1C00CF59}"/>
    <dgm:cxn modelId="{A55E308F-8767-4899-A620-28BDDBC7F316}" type="presOf" srcId="{1D702565-3554-4EC6-8F52-FEB65AFD52D6}" destId="{B48C1EF3-BF1D-4206-8942-737BB3829EB2}" srcOrd="0" destOrd="0" presId="urn:microsoft.com/office/officeart/2016/7/layout/ChevronBlockProcess"/>
    <dgm:cxn modelId="{F6F6D490-74DA-4EFD-B46B-1DF38CB1CE36}" type="presOf" srcId="{3C4C4F37-1D49-41F2-ADC7-ABA29847B8B7}" destId="{685D038C-D51A-4771-9D17-7EE3693DB400}" srcOrd="0" destOrd="2" presId="urn:microsoft.com/office/officeart/2016/7/layout/ChevronBlockProcess"/>
    <dgm:cxn modelId="{973FBD96-FDDE-4DFF-BF0C-D408C6210141}" type="presOf" srcId="{D00C4EC1-60E5-4DAF-902B-9A8EBA31A0B6}" destId="{AB3BE400-44F9-4690-B373-D54921D88D6F}" srcOrd="0" destOrd="0" presId="urn:microsoft.com/office/officeart/2016/7/layout/ChevronBlockProcess"/>
    <dgm:cxn modelId="{609BEE9C-E5B6-4593-93DF-879589DCAE09}" srcId="{7D5F1E1E-C7AD-4C7A-881A-A7D72993E2C0}" destId="{D00C4EC1-60E5-4DAF-902B-9A8EBA31A0B6}" srcOrd="0" destOrd="0" parTransId="{79D09402-81DE-4580-9DCF-7548DCC8E3BC}" sibTransId="{B4002656-3C28-4586-8AE7-1A6B36AE59F7}"/>
    <dgm:cxn modelId="{15C544A4-98F7-4138-A40F-99DC2D2A5894}" srcId="{7D5F1E1E-C7AD-4C7A-881A-A7D72993E2C0}" destId="{1D702565-3554-4EC6-8F52-FEB65AFD52D6}" srcOrd="3" destOrd="0" parTransId="{CA2CE402-9749-40CE-A9E1-99C24A6A1E4C}" sibTransId="{2A05731D-BD55-4CCA-B0DF-91FD76E95DF7}"/>
    <dgm:cxn modelId="{C6AF2DA5-E311-48F9-9C42-EE34BA405E03}" type="presOf" srcId="{7D5F1E1E-C7AD-4C7A-881A-A7D72993E2C0}" destId="{87D3DB0E-71E5-4CA3-8AA5-601094A994B5}" srcOrd="0" destOrd="0" presId="urn:microsoft.com/office/officeart/2016/7/layout/ChevronBlockProcess"/>
    <dgm:cxn modelId="{AFFDF9A6-432E-4D03-A6C8-A8A7506AA525}" srcId="{1D702565-3554-4EC6-8F52-FEB65AFD52D6}" destId="{001E7239-AE9D-46FF-8873-938039761027}" srcOrd="0" destOrd="0" parTransId="{E5CF24F5-9D61-4098-A7A0-7C696702DC9C}" sibTransId="{7632FFA9-DFE7-4EE4-8313-0F9AA99B19D5}"/>
    <dgm:cxn modelId="{274677AA-260D-4799-8FC5-E4D3B3329AC1}" type="presOf" srcId="{5D587AD5-D233-4386-A651-B09370AA29B1}" destId="{6C8D2C3C-2DE6-4B2A-8D83-93D1BB7AA157}" srcOrd="0" destOrd="3" presId="urn:microsoft.com/office/officeart/2016/7/layout/ChevronBlockProcess"/>
    <dgm:cxn modelId="{833018B3-7D85-49C7-9B9B-7A5DDE0E9F05}" srcId="{FE36728E-A02F-47BE-BF74-97EDC9369215}" destId="{FFC8AE29-11CD-4144-906C-FD9E5D5AB419}" srcOrd="0" destOrd="0" parTransId="{428C1ABE-3D77-4252-91C7-7FD315218CFE}" sibTransId="{ED5FC94F-7748-45E9-92F5-0C9990A1526C}"/>
    <dgm:cxn modelId="{284865B4-2BCA-4B4E-BFDC-253CD42C2907}" srcId="{FE36728E-A02F-47BE-BF74-97EDC9369215}" destId="{28350A34-9AC6-4F02-93E7-CD20834A0DFF}" srcOrd="2" destOrd="0" parTransId="{BC3CDE24-27BA-443C-AEDE-0C206EF898DB}" sibTransId="{F74EB8B8-1785-473A-94A3-AE5A22B3B560}"/>
    <dgm:cxn modelId="{6C1724B8-AF99-45EF-B6FF-4DDEB75A0A5A}" srcId="{788E116D-6039-4945-8F1A-407B709ABF7F}" destId="{4A69A1AC-F899-4D1D-A571-3D9854FF0769}" srcOrd="0" destOrd="0" parTransId="{1ECF509A-C105-427B-8EA8-1F86DE67AD33}" sibTransId="{24379D34-1570-4553-8B56-4DDCB8D30292}"/>
    <dgm:cxn modelId="{3665D1BD-1751-422A-8886-4361E0152120}" srcId="{7D5F1E1E-C7AD-4C7A-881A-A7D72993E2C0}" destId="{788E116D-6039-4945-8F1A-407B709ABF7F}" srcOrd="1" destOrd="0" parTransId="{C1B24327-3DC0-40E9-BFF5-0160647EC44B}" sibTransId="{914CD8A1-BB9C-4B1D-9A92-41E6FDF9FB5D}"/>
    <dgm:cxn modelId="{2F6DE2BE-C1CF-44D0-94C8-BB2A470F7133}" type="presOf" srcId="{C8FA78A6-F69C-455F-8D6C-3137A3F84F7F}" destId="{1B3D4013-3732-4796-8507-09C356E03F0F}" srcOrd="0" destOrd="1" presId="urn:microsoft.com/office/officeart/2016/7/layout/ChevronBlockProcess"/>
    <dgm:cxn modelId="{4C1694C8-E35A-41EB-9796-020D66EFBEBF}" srcId="{FE36728E-A02F-47BE-BF74-97EDC9369215}" destId="{5D587AD5-D233-4386-A651-B09370AA29B1}" srcOrd="3" destOrd="0" parTransId="{B378F026-3230-458A-A551-F68D2C2E879E}" sibTransId="{CF7C94D3-FC02-41F7-8D1B-00F43D14C66B}"/>
    <dgm:cxn modelId="{7D7BA3C9-91FF-4295-806D-428C6A656C68}" srcId="{FE36728E-A02F-47BE-BF74-97EDC9369215}" destId="{6D998ED7-DB8C-44A9-A3E7-A749CBD56578}" srcOrd="1" destOrd="0" parTransId="{FAD5E73D-37E6-4017-9A23-358A4FAAC870}" sibTransId="{B0ED884B-52A9-4B68-B38D-0A784E030536}"/>
    <dgm:cxn modelId="{ADE264CC-1AE8-40AB-88F3-5B15A9B48D53}" type="presOf" srcId="{E571E7A3-2560-430C-A265-ED2E92004C79}" destId="{59FB9752-9CE7-4454-AAD3-F7F97434058C}" srcOrd="0" destOrd="3" presId="urn:microsoft.com/office/officeart/2016/7/layout/ChevronBlockProcess"/>
    <dgm:cxn modelId="{6FEFE8D8-96C9-4EA4-A825-11870D9CD0AF}" srcId="{1D702565-3554-4EC6-8F52-FEB65AFD52D6}" destId="{3397AAEA-D888-43F1-A37A-2E04AA445C3A}" srcOrd="1" destOrd="0" parTransId="{4AA6DF85-9D46-424F-9FB7-AF7BB86F7E4F}" sibTransId="{4BF88F95-68BF-4F3B-9CB3-0A5DDE5DEC52}"/>
    <dgm:cxn modelId="{21673FD9-D6CF-454A-B50F-3547C46FE0F3}" srcId="{D00C4EC1-60E5-4DAF-902B-9A8EBA31A0B6}" destId="{AB0C7B23-2644-490B-9812-98DE338DB75F}" srcOrd="0" destOrd="0" parTransId="{03FA5155-AFA8-41D1-9E2D-CF34B5C8AB60}" sibTransId="{1788C50A-929F-42A9-B8DE-8235BF4A21BD}"/>
    <dgm:cxn modelId="{3F00AAE0-E468-4B6E-B92D-320838DA7E00}" type="presOf" srcId="{3397AAEA-D888-43F1-A37A-2E04AA445C3A}" destId="{685D038C-D51A-4771-9D17-7EE3693DB400}" srcOrd="0" destOrd="1" presId="urn:microsoft.com/office/officeart/2016/7/layout/ChevronBlockProcess"/>
    <dgm:cxn modelId="{F96963F1-9909-41FE-8712-EA1194C48E8B}" type="presOf" srcId="{0D516497-8F28-4ADF-B71F-C02AD3613E1D}" destId="{59FB9752-9CE7-4454-AAD3-F7F97434058C}" srcOrd="0" destOrd="1" presId="urn:microsoft.com/office/officeart/2016/7/layout/ChevronBlockProcess"/>
    <dgm:cxn modelId="{BC860DFA-6245-43FD-BD3D-344D75D1FA90}" srcId="{D00C4EC1-60E5-4DAF-902B-9A8EBA31A0B6}" destId="{E571E7A3-2560-430C-A265-ED2E92004C79}" srcOrd="3" destOrd="0" parTransId="{3C2FC187-B513-47BD-BA99-E39E91520529}" sibTransId="{73716CD8-C3E7-4913-AF36-8CCF78EF2D26}"/>
    <dgm:cxn modelId="{C3D2AF49-5EFD-45C0-9C11-3DF292936550}" type="presParOf" srcId="{87D3DB0E-71E5-4CA3-8AA5-601094A994B5}" destId="{350C2CDF-96DD-468D-8469-7176C26E6F9B}" srcOrd="0" destOrd="0" presId="urn:microsoft.com/office/officeart/2016/7/layout/ChevronBlockProcess"/>
    <dgm:cxn modelId="{6D70707F-887E-436C-B420-F74D9D36C91E}" type="presParOf" srcId="{350C2CDF-96DD-468D-8469-7176C26E6F9B}" destId="{AB3BE400-44F9-4690-B373-D54921D88D6F}" srcOrd="0" destOrd="0" presId="urn:microsoft.com/office/officeart/2016/7/layout/ChevronBlockProcess"/>
    <dgm:cxn modelId="{6C56881C-D65B-46E1-B3DD-B08F8AA918A7}" type="presParOf" srcId="{350C2CDF-96DD-468D-8469-7176C26E6F9B}" destId="{59FB9752-9CE7-4454-AAD3-F7F97434058C}" srcOrd="1" destOrd="0" presId="urn:microsoft.com/office/officeart/2016/7/layout/ChevronBlockProcess"/>
    <dgm:cxn modelId="{BA3FD546-C11F-4CC6-B70C-29D5BDBE82BE}" type="presParOf" srcId="{87D3DB0E-71E5-4CA3-8AA5-601094A994B5}" destId="{824C5572-BEF2-4CCC-946E-B91345A05E3A}" srcOrd="1" destOrd="0" presId="urn:microsoft.com/office/officeart/2016/7/layout/ChevronBlockProcess"/>
    <dgm:cxn modelId="{077B4F78-6EFF-439B-AE7A-E8DB8641A2EF}" type="presParOf" srcId="{87D3DB0E-71E5-4CA3-8AA5-601094A994B5}" destId="{0C12E150-C737-4098-B2CB-7BD5F39C313B}" srcOrd="2" destOrd="0" presId="urn:microsoft.com/office/officeart/2016/7/layout/ChevronBlockProcess"/>
    <dgm:cxn modelId="{40DA6230-539F-4507-8E84-43F7A516A300}" type="presParOf" srcId="{0C12E150-C737-4098-B2CB-7BD5F39C313B}" destId="{0952DB25-FE22-4EF2-97B5-590314537474}" srcOrd="0" destOrd="0" presId="urn:microsoft.com/office/officeart/2016/7/layout/ChevronBlockProcess"/>
    <dgm:cxn modelId="{9601AA50-DEDC-4AAD-BB18-C7C9F55C04F5}" type="presParOf" srcId="{0C12E150-C737-4098-B2CB-7BD5F39C313B}" destId="{1B3D4013-3732-4796-8507-09C356E03F0F}" srcOrd="1" destOrd="0" presId="urn:microsoft.com/office/officeart/2016/7/layout/ChevronBlockProcess"/>
    <dgm:cxn modelId="{4956F313-3E00-4427-93C4-F65D1075F02F}" type="presParOf" srcId="{87D3DB0E-71E5-4CA3-8AA5-601094A994B5}" destId="{88E50992-006F-42AB-BE89-F6D802B937AE}" srcOrd="3" destOrd="0" presId="urn:microsoft.com/office/officeart/2016/7/layout/ChevronBlockProcess"/>
    <dgm:cxn modelId="{23C2373E-1610-4CD3-B393-709E48FE1458}" type="presParOf" srcId="{87D3DB0E-71E5-4CA3-8AA5-601094A994B5}" destId="{75501E68-D7C8-4A8B-9DFC-69D1A692EE94}" srcOrd="4" destOrd="0" presId="urn:microsoft.com/office/officeart/2016/7/layout/ChevronBlockProcess"/>
    <dgm:cxn modelId="{A7F8B959-A013-4C00-AFF7-1218E0795DD9}" type="presParOf" srcId="{75501E68-D7C8-4A8B-9DFC-69D1A692EE94}" destId="{C27DEBC1-9B26-477B-AB6E-C4247AE5A81F}" srcOrd="0" destOrd="0" presId="urn:microsoft.com/office/officeart/2016/7/layout/ChevronBlockProcess"/>
    <dgm:cxn modelId="{A32A023B-E922-4284-9881-C925F111E53F}" type="presParOf" srcId="{75501E68-D7C8-4A8B-9DFC-69D1A692EE94}" destId="{6C8D2C3C-2DE6-4B2A-8D83-93D1BB7AA157}" srcOrd="1" destOrd="0" presId="urn:microsoft.com/office/officeart/2016/7/layout/ChevronBlockProcess"/>
    <dgm:cxn modelId="{2B837BC7-B20B-4CC3-A094-00B0DAE8B16A}" type="presParOf" srcId="{87D3DB0E-71E5-4CA3-8AA5-601094A994B5}" destId="{9C4472BD-3DA7-4101-A469-BFAF1761BF20}" srcOrd="5" destOrd="0" presId="urn:microsoft.com/office/officeart/2016/7/layout/ChevronBlockProcess"/>
    <dgm:cxn modelId="{493F6144-A537-4647-8F36-62D245FB3655}" type="presParOf" srcId="{87D3DB0E-71E5-4CA3-8AA5-601094A994B5}" destId="{18C27E70-FCDC-4358-85C0-EC79DF2C504D}" srcOrd="6" destOrd="0" presId="urn:microsoft.com/office/officeart/2016/7/layout/ChevronBlockProcess"/>
    <dgm:cxn modelId="{31FEB5C4-D154-4C25-AD92-879D10FA33B8}" type="presParOf" srcId="{18C27E70-FCDC-4358-85C0-EC79DF2C504D}" destId="{B48C1EF3-BF1D-4206-8942-737BB3829EB2}" srcOrd="0" destOrd="0" presId="urn:microsoft.com/office/officeart/2016/7/layout/ChevronBlockProcess"/>
    <dgm:cxn modelId="{228D5FEF-21FD-4801-98DB-7B0F3E0D6A2C}" type="presParOf" srcId="{18C27E70-FCDC-4358-85C0-EC79DF2C504D}" destId="{685D038C-D51A-4771-9D17-7EE3693DB400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3E15BD-BFA5-4D45-B7B6-CEB7BD0BB92C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B477C8CF-6FB4-4A64-BD48-A02D9D4D2A0B}">
      <dgm:prSet/>
      <dgm:spPr/>
      <dgm:t>
        <a:bodyPr/>
        <a:lstStyle/>
        <a:p>
          <a:r>
            <a:rPr lang="en-US" b="1" dirty="0"/>
            <a:t>users</a:t>
          </a:r>
          <a:r>
            <a:rPr lang="en-US" dirty="0"/>
            <a:t>:  </a:t>
          </a:r>
          <a:r>
            <a:rPr lang="en-US" dirty="0" err="1"/>
            <a:t>uid</a:t>
          </a:r>
          <a:r>
            <a:rPr lang="en-US" dirty="0"/>
            <a:t>, name, email, role, status, subject, department, </a:t>
          </a:r>
          <a:r>
            <a:rPr lang="en-US" dirty="0" err="1"/>
            <a:t>studentId</a:t>
          </a:r>
          <a:r>
            <a:rPr lang="en-US" dirty="0"/>
            <a:t>, </a:t>
          </a:r>
          <a:r>
            <a:rPr lang="en-US" dirty="0" err="1"/>
            <a:t>createdAt</a:t>
          </a:r>
          <a:endParaRPr lang="en-US" dirty="0"/>
        </a:p>
      </dgm:t>
    </dgm:pt>
    <dgm:pt modelId="{B5AF5E16-451C-45A8-8C63-C18B19A670D6}" type="parTrans" cxnId="{87053DAF-EDF5-48BE-B774-78A49850A163}">
      <dgm:prSet/>
      <dgm:spPr/>
      <dgm:t>
        <a:bodyPr/>
        <a:lstStyle/>
        <a:p>
          <a:endParaRPr lang="en-US"/>
        </a:p>
      </dgm:t>
    </dgm:pt>
    <dgm:pt modelId="{EB84D853-6AEC-4EBF-9B06-3E49F22F4807}" type="sibTrans" cxnId="{87053DAF-EDF5-48BE-B774-78A49850A163}">
      <dgm:prSet/>
      <dgm:spPr/>
      <dgm:t>
        <a:bodyPr/>
        <a:lstStyle/>
        <a:p>
          <a:endParaRPr lang="en-US"/>
        </a:p>
      </dgm:t>
    </dgm:pt>
    <dgm:pt modelId="{FC50D914-EB31-4734-B1E3-6056FDB7D652}">
      <dgm:prSet/>
      <dgm:spPr/>
      <dgm:t>
        <a:bodyPr/>
        <a:lstStyle/>
        <a:p>
          <a:r>
            <a:rPr lang="en-NZ" b="1" dirty="0"/>
            <a:t>appointments</a:t>
          </a:r>
          <a:r>
            <a:rPr lang="en-NZ" dirty="0"/>
            <a:t>: </a:t>
          </a:r>
          <a:r>
            <a:rPr lang="en-US" dirty="0" err="1"/>
            <a:t>studentUid</a:t>
          </a:r>
          <a:r>
            <a:rPr lang="en-US" dirty="0"/>
            <a:t>, </a:t>
          </a:r>
          <a:r>
            <a:rPr lang="en-US" dirty="0" err="1"/>
            <a:t>teacherUid</a:t>
          </a:r>
          <a:r>
            <a:rPr lang="en-US" dirty="0"/>
            <a:t>, date, slot, purpose, status, </a:t>
          </a:r>
          <a:r>
            <a:rPr lang="en-US" dirty="0" err="1"/>
            <a:t>createdAt</a:t>
          </a:r>
          <a:endParaRPr lang="en-US" dirty="0"/>
        </a:p>
      </dgm:t>
    </dgm:pt>
    <dgm:pt modelId="{071C0F08-FF12-4764-B4D6-C02CC443C6B4}" type="parTrans" cxnId="{6970438F-6D38-4BD3-B180-0FB5699105C6}">
      <dgm:prSet/>
      <dgm:spPr/>
      <dgm:t>
        <a:bodyPr/>
        <a:lstStyle/>
        <a:p>
          <a:endParaRPr lang="en-US"/>
        </a:p>
      </dgm:t>
    </dgm:pt>
    <dgm:pt modelId="{B699AA03-C9B0-4980-9C51-3A60C49B1017}" type="sibTrans" cxnId="{6970438F-6D38-4BD3-B180-0FB5699105C6}">
      <dgm:prSet/>
      <dgm:spPr/>
      <dgm:t>
        <a:bodyPr/>
        <a:lstStyle/>
        <a:p>
          <a:endParaRPr lang="en-US"/>
        </a:p>
      </dgm:t>
    </dgm:pt>
    <dgm:pt modelId="{E177E4EA-1D58-4FA1-8563-3682B0DEA7A4}">
      <dgm:prSet/>
      <dgm:spPr/>
      <dgm:t>
        <a:bodyPr/>
        <a:lstStyle/>
        <a:p>
          <a:r>
            <a:rPr lang="en-NZ" b="1" dirty="0"/>
            <a:t>teachers/{id}/availability/{slot}: </a:t>
          </a:r>
          <a:r>
            <a:rPr lang="en-NZ" dirty="0"/>
            <a:t>date, slot, </a:t>
          </a:r>
          <a:r>
            <a:rPr lang="en-NZ" dirty="0" err="1"/>
            <a:t>createdAt</a:t>
          </a:r>
          <a:endParaRPr lang="en-US" dirty="0"/>
        </a:p>
      </dgm:t>
    </dgm:pt>
    <dgm:pt modelId="{64A4528A-732B-44D2-AE31-3150C497406C}" type="parTrans" cxnId="{8B29F6D5-A2C3-4F21-9645-8F70B9A7E0E3}">
      <dgm:prSet/>
      <dgm:spPr/>
      <dgm:t>
        <a:bodyPr/>
        <a:lstStyle/>
        <a:p>
          <a:endParaRPr lang="en-US"/>
        </a:p>
      </dgm:t>
    </dgm:pt>
    <dgm:pt modelId="{2E34BFAB-0076-48AA-B0E9-8FBE5C99BFAD}" type="sibTrans" cxnId="{8B29F6D5-A2C3-4F21-9645-8F70B9A7E0E3}">
      <dgm:prSet/>
      <dgm:spPr/>
      <dgm:t>
        <a:bodyPr/>
        <a:lstStyle/>
        <a:p>
          <a:endParaRPr lang="en-US"/>
        </a:p>
      </dgm:t>
    </dgm:pt>
    <dgm:pt modelId="{2F9846F9-8A41-40F6-819B-2D710199D420}">
      <dgm:prSet/>
      <dgm:spPr/>
      <dgm:t>
        <a:bodyPr/>
        <a:lstStyle/>
        <a:p>
          <a:r>
            <a:rPr lang="en-NZ" b="1" dirty="0"/>
            <a:t>messages</a:t>
          </a:r>
          <a:r>
            <a:rPr lang="en-NZ" dirty="0"/>
            <a:t>:  </a:t>
          </a:r>
          <a:r>
            <a:rPr lang="en-US" dirty="0" err="1"/>
            <a:t>fromUid</a:t>
          </a:r>
          <a:r>
            <a:rPr lang="en-US" dirty="0"/>
            <a:t>, </a:t>
          </a:r>
          <a:r>
            <a:rPr lang="en-US" dirty="0" err="1"/>
            <a:t>toUid</a:t>
          </a:r>
          <a:r>
            <a:rPr lang="en-US" dirty="0"/>
            <a:t>, message, read, </a:t>
          </a:r>
          <a:r>
            <a:rPr lang="en-US" dirty="0" err="1"/>
            <a:t>createdAt</a:t>
          </a:r>
          <a:endParaRPr lang="en-US" dirty="0"/>
        </a:p>
      </dgm:t>
    </dgm:pt>
    <dgm:pt modelId="{40F23944-A41B-4966-87BE-AB3A49AA6A7E}" type="parTrans" cxnId="{FB6E3F4D-5D3E-4B60-87FB-D4CC9E4C32C8}">
      <dgm:prSet/>
      <dgm:spPr/>
      <dgm:t>
        <a:bodyPr/>
        <a:lstStyle/>
        <a:p>
          <a:endParaRPr lang="en-US"/>
        </a:p>
      </dgm:t>
    </dgm:pt>
    <dgm:pt modelId="{2215A2EA-5D58-46BE-9307-08EF67F5E72D}" type="sibTrans" cxnId="{FB6E3F4D-5D3E-4B60-87FB-D4CC9E4C32C8}">
      <dgm:prSet/>
      <dgm:spPr/>
      <dgm:t>
        <a:bodyPr/>
        <a:lstStyle/>
        <a:p>
          <a:endParaRPr lang="en-US"/>
        </a:p>
      </dgm:t>
    </dgm:pt>
    <dgm:pt modelId="{92FB3EDB-EC9C-4323-9715-8C19FB08309F}">
      <dgm:prSet/>
      <dgm:spPr/>
      <dgm:t>
        <a:bodyPr/>
        <a:lstStyle/>
        <a:p>
          <a:r>
            <a:rPr lang="en-NZ" b="1" dirty="0"/>
            <a:t>notifications</a:t>
          </a:r>
          <a:r>
            <a:rPr lang="en-NZ" dirty="0"/>
            <a:t> : </a:t>
          </a:r>
          <a:r>
            <a:rPr lang="en-NZ" dirty="0" err="1"/>
            <a:t>toUid</a:t>
          </a:r>
          <a:r>
            <a:rPr lang="en-NZ" dirty="0"/>
            <a:t>, message, type, read, </a:t>
          </a:r>
          <a:r>
            <a:rPr lang="en-NZ" dirty="0" err="1"/>
            <a:t>createdAt</a:t>
          </a:r>
          <a:endParaRPr lang="en-US" dirty="0"/>
        </a:p>
      </dgm:t>
    </dgm:pt>
    <dgm:pt modelId="{978E6EF7-DEDD-4FA6-83D1-6A27C927D4D6}" type="parTrans" cxnId="{C6212B6F-B5A9-4177-A50B-3AB9665E8F10}">
      <dgm:prSet/>
      <dgm:spPr/>
      <dgm:t>
        <a:bodyPr/>
        <a:lstStyle/>
        <a:p>
          <a:endParaRPr lang="en-US"/>
        </a:p>
      </dgm:t>
    </dgm:pt>
    <dgm:pt modelId="{1F1238B4-5BAD-4D7B-9F6F-8C46CC363CC4}" type="sibTrans" cxnId="{C6212B6F-B5A9-4177-A50B-3AB9665E8F10}">
      <dgm:prSet/>
      <dgm:spPr/>
      <dgm:t>
        <a:bodyPr/>
        <a:lstStyle/>
        <a:p>
          <a:endParaRPr lang="en-US"/>
        </a:p>
      </dgm:t>
    </dgm:pt>
    <dgm:pt modelId="{10171950-A1E7-4612-B674-2C8854BD7C71}">
      <dgm:prSet/>
      <dgm:spPr/>
      <dgm:t>
        <a:bodyPr/>
        <a:lstStyle/>
        <a:p>
          <a:r>
            <a:rPr lang="en-NZ" b="1" dirty="0"/>
            <a:t>logs</a:t>
          </a:r>
          <a:r>
            <a:rPr lang="en-NZ" dirty="0"/>
            <a:t>: action, message, by, </a:t>
          </a:r>
          <a:r>
            <a:rPr lang="en-NZ" dirty="0" err="1"/>
            <a:t>createdAt</a:t>
          </a:r>
          <a:r>
            <a:rPr lang="en-NZ" dirty="0"/>
            <a:t> </a:t>
          </a:r>
          <a:endParaRPr lang="en-US" dirty="0"/>
        </a:p>
      </dgm:t>
    </dgm:pt>
    <dgm:pt modelId="{645F4B89-517E-4E52-B08A-EB1E4C426956}" type="parTrans" cxnId="{AFF7069B-5C01-46C8-9FD2-C8E0746A84B9}">
      <dgm:prSet/>
      <dgm:spPr/>
      <dgm:t>
        <a:bodyPr/>
        <a:lstStyle/>
        <a:p>
          <a:endParaRPr lang="en-US"/>
        </a:p>
      </dgm:t>
    </dgm:pt>
    <dgm:pt modelId="{D16A688E-410A-4469-B138-D5715E1AD99B}" type="sibTrans" cxnId="{AFF7069B-5C01-46C8-9FD2-C8E0746A84B9}">
      <dgm:prSet/>
      <dgm:spPr/>
      <dgm:t>
        <a:bodyPr/>
        <a:lstStyle/>
        <a:p>
          <a:endParaRPr lang="en-US"/>
        </a:p>
      </dgm:t>
    </dgm:pt>
    <dgm:pt modelId="{8AB0BA1B-E928-431A-AA2E-5B38BE46F95A}" type="pres">
      <dgm:prSet presAssocID="{A13E15BD-BFA5-4D45-B7B6-CEB7BD0BB92C}" presName="vert0" presStyleCnt="0">
        <dgm:presLayoutVars>
          <dgm:dir/>
          <dgm:animOne val="branch"/>
          <dgm:animLvl val="lvl"/>
        </dgm:presLayoutVars>
      </dgm:prSet>
      <dgm:spPr/>
    </dgm:pt>
    <dgm:pt modelId="{549E3F98-2EC2-4609-B6FE-7C0687102256}" type="pres">
      <dgm:prSet presAssocID="{B477C8CF-6FB4-4A64-BD48-A02D9D4D2A0B}" presName="thickLine" presStyleLbl="alignNode1" presStyleIdx="0" presStyleCnt="6"/>
      <dgm:spPr/>
    </dgm:pt>
    <dgm:pt modelId="{1A79870A-9234-4EC7-A8F4-85CEA01220AB}" type="pres">
      <dgm:prSet presAssocID="{B477C8CF-6FB4-4A64-BD48-A02D9D4D2A0B}" presName="horz1" presStyleCnt="0"/>
      <dgm:spPr/>
    </dgm:pt>
    <dgm:pt modelId="{C35324D1-E627-4A46-AAC7-1879AEB0D2E7}" type="pres">
      <dgm:prSet presAssocID="{B477C8CF-6FB4-4A64-BD48-A02D9D4D2A0B}" presName="tx1" presStyleLbl="revTx" presStyleIdx="0" presStyleCnt="6"/>
      <dgm:spPr/>
    </dgm:pt>
    <dgm:pt modelId="{44161289-CC51-40A6-885E-5EB43CD145D2}" type="pres">
      <dgm:prSet presAssocID="{B477C8CF-6FB4-4A64-BD48-A02D9D4D2A0B}" presName="vert1" presStyleCnt="0"/>
      <dgm:spPr/>
    </dgm:pt>
    <dgm:pt modelId="{7A8943FA-32B9-41D9-AB77-AEC4B6F788E8}" type="pres">
      <dgm:prSet presAssocID="{FC50D914-EB31-4734-B1E3-6056FDB7D652}" presName="thickLine" presStyleLbl="alignNode1" presStyleIdx="1" presStyleCnt="6"/>
      <dgm:spPr/>
    </dgm:pt>
    <dgm:pt modelId="{CD7CFF8B-5F70-4502-8571-B28A2677991F}" type="pres">
      <dgm:prSet presAssocID="{FC50D914-EB31-4734-B1E3-6056FDB7D652}" presName="horz1" presStyleCnt="0"/>
      <dgm:spPr/>
    </dgm:pt>
    <dgm:pt modelId="{95DD7335-CD31-42EA-BCA3-F758F91AC920}" type="pres">
      <dgm:prSet presAssocID="{FC50D914-EB31-4734-B1E3-6056FDB7D652}" presName="tx1" presStyleLbl="revTx" presStyleIdx="1" presStyleCnt="6"/>
      <dgm:spPr/>
    </dgm:pt>
    <dgm:pt modelId="{2B814D1D-9305-4DDA-A19C-D40595E7F5A5}" type="pres">
      <dgm:prSet presAssocID="{FC50D914-EB31-4734-B1E3-6056FDB7D652}" presName="vert1" presStyleCnt="0"/>
      <dgm:spPr/>
    </dgm:pt>
    <dgm:pt modelId="{119781C7-0FE3-4D3D-A073-C3D39E6DAC66}" type="pres">
      <dgm:prSet presAssocID="{E177E4EA-1D58-4FA1-8563-3682B0DEA7A4}" presName="thickLine" presStyleLbl="alignNode1" presStyleIdx="2" presStyleCnt="6"/>
      <dgm:spPr/>
    </dgm:pt>
    <dgm:pt modelId="{9926C380-A016-4156-A1D4-D4207A82D4F3}" type="pres">
      <dgm:prSet presAssocID="{E177E4EA-1D58-4FA1-8563-3682B0DEA7A4}" presName="horz1" presStyleCnt="0"/>
      <dgm:spPr/>
    </dgm:pt>
    <dgm:pt modelId="{F50320DC-D62E-4238-B0D8-9D4309D15B39}" type="pres">
      <dgm:prSet presAssocID="{E177E4EA-1D58-4FA1-8563-3682B0DEA7A4}" presName="tx1" presStyleLbl="revTx" presStyleIdx="2" presStyleCnt="6"/>
      <dgm:spPr/>
    </dgm:pt>
    <dgm:pt modelId="{8C896C73-520D-4C11-A78A-DB1DF97FFBB3}" type="pres">
      <dgm:prSet presAssocID="{E177E4EA-1D58-4FA1-8563-3682B0DEA7A4}" presName="vert1" presStyleCnt="0"/>
      <dgm:spPr/>
    </dgm:pt>
    <dgm:pt modelId="{8C3021B9-18F8-4247-B335-3DA816818597}" type="pres">
      <dgm:prSet presAssocID="{2F9846F9-8A41-40F6-819B-2D710199D420}" presName="thickLine" presStyleLbl="alignNode1" presStyleIdx="3" presStyleCnt="6"/>
      <dgm:spPr/>
    </dgm:pt>
    <dgm:pt modelId="{CDE2C9BE-81EB-417A-A37D-184C9B481885}" type="pres">
      <dgm:prSet presAssocID="{2F9846F9-8A41-40F6-819B-2D710199D420}" presName="horz1" presStyleCnt="0"/>
      <dgm:spPr/>
    </dgm:pt>
    <dgm:pt modelId="{448BAB89-F959-4DBF-B6E8-405B55D5D0D0}" type="pres">
      <dgm:prSet presAssocID="{2F9846F9-8A41-40F6-819B-2D710199D420}" presName="tx1" presStyleLbl="revTx" presStyleIdx="3" presStyleCnt="6"/>
      <dgm:spPr/>
    </dgm:pt>
    <dgm:pt modelId="{EBAA4187-EF8B-4903-9419-29A79F1852EB}" type="pres">
      <dgm:prSet presAssocID="{2F9846F9-8A41-40F6-819B-2D710199D420}" presName="vert1" presStyleCnt="0"/>
      <dgm:spPr/>
    </dgm:pt>
    <dgm:pt modelId="{533F8D01-4EBF-4498-B2CB-022F68D3A2D4}" type="pres">
      <dgm:prSet presAssocID="{92FB3EDB-EC9C-4323-9715-8C19FB08309F}" presName="thickLine" presStyleLbl="alignNode1" presStyleIdx="4" presStyleCnt="6"/>
      <dgm:spPr/>
    </dgm:pt>
    <dgm:pt modelId="{F7153ADC-863D-44BB-BED0-B5B3D06E2DA6}" type="pres">
      <dgm:prSet presAssocID="{92FB3EDB-EC9C-4323-9715-8C19FB08309F}" presName="horz1" presStyleCnt="0"/>
      <dgm:spPr/>
    </dgm:pt>
    <dgm:pt modelId="{0073BAEA-085B-4354-897C-8204C91206E2}" type="pres">
      <dgm:prSet presAssocID="{92FB3EDB-EC9C-4323-9715-8C19FB08309F}" presName="tx1" presStyleLbl="revTx" presStyleIdx="4" presStyleCnt="6"/>
      <dgm:spPr/>
    </dgm:pt>
    <dgm:pt modelId="{0DC7AF2E-A6E3-4A55-B637-4F63221410FE}" type="pres">
      <dgm:prSet presAssocID="{92FB3EDB-EC9C-4323-9715-8C19FB08309F}" presName="vert1" presStyleCnt="0"/>
      <dgm:spPr/>
    </dgm:pt>
    <dgm:pt modelId="{441FAB3A-225C-4AEA-9E51-BC55ACF5D1AC}" type="pres">
      <dgm:prSet presAssocID="{10171950-A1E7-4612-B674-2C8854BD7C71}" presName="thickLine" presStyleLbl="alignNode1" presStyleIdx="5" presStyleCnt="6"/>
      <dgm:spPr/>
    </dgm:pt>
    <dgm:pt modelId="{02618481-3185-4E65-8B84-3491EF8FCB54}" type="pres">
      <dgm:prSet presAssocID="{10171950-A1E7-4612-B674-2C8854BD7C71}" presName="horz1" presStyleCnt="0"/>
      <dgm:spPr/>
    </dgm:pt>
    <dgm:pt modelId="{D2DB22FC-4593-4304-B3DF-4F345BFF2810}" type="pres">
      <dgm:prSet presAssocID="{10171950-A1E7-4612-B674-2C8854BD7C71}" presName="tx1" presStyleLbl="revTx" presStyleIdx="5" presStyleCnt="6"/>
      <dgm:spPr/>
    </dgm:pt>
    <dgm:pt modelId="{F31D6F44-92AA-4F86-94A4-93EEB0969D80}" type="pres">
      <dgm:prSet presAssocID="{10171950-A1E7-4612-B674-2C8854BD7C71}" presName="vert1" presStyleCnt="0"/>
      <dgm:spPr/>
    </dgm:pt>
  </dgm:ptLst>
  <dgm:cxnLst>
    <dgm:cxn modelId="{688CEA00-3D05-4161-A76B-39E090362CF1}" type="presOf" srcId="{10171950-A1E7-4612-B674-2C8854BD7C71}" destId="{D2DB22FC-4593-4304-B3DF-4F345BFF2810}" srcOrd="0" destOrd="0" presId="urn:microsoft.com/office/officeart/2008/layout/LinedList"/>
    <dgm:cxn modelId="{17B3852A-CC28-49BC-8E23-CF50291F8E7A}" type="presOf" srcId="{2F9846F9-8A41-40F6-819B-2D710199D420}" destId="{448BAB89-F959-4DBF-B6E8-405B55D5D0D0}" srcOrd="0" destOrd="0" presId="urn:microsoft.com/office/officeart/2008/layout/LinedList"/>
    <dgm:cxn modelId="{FB6E3F4D-5D3E-4B60-87FB-D4CC9E4C32C8}" srcId="{A13E15BD-BFA5-4D45-B7B6-CEB7BD0BB92C}" destId="{2F9846F9-8A41-40F6-819B-2D710199D420}" srcOrd="3" destOrd="0" parTransId="{40F23944-A41B-4966-87BE-AB3A49AA6A7E}" sibTransId="{2215A2EA-5D58-46BE-9307-08EF67F5E72D}"/>
    <dgm:cxn modelId="{C6212B6F-B5A9-4177-A50B-3AB9665E8F10}" srcId="{A13E15BD-BFA5-4D45-B7B6-CEB7BD0BB92C}" destId="{92FB3EDB-EC9C-4323-9715-8C19FB08309F}" srcOrd="4" destOrd="0" parTransId="{978E6EF7-DEDD-4FA6-83D1-6A27C927D4D6}" sibTransId="{1F1238B4-5BAD-4D7B-9F6F-8C46CC363CC4}"/>
    <dgm:cxn modelId="{6970438F-6D38-4BD3-B180-0FB5699105C6}" srcId="{A13E15BD-BFA5-4D45-B7B6-CEB7BD0BB92C}" destId="{FC50D914-EB31-4734-B1E3-6056FDB7D652}" srcOrd="1" destOrd="0" parTransId="{071C0F08-FF12-4764-B4D6-C02CC443C6B4}" sibTransId="{B699AA03-C9B0-4980-9C51-3A60C49B1017}"/>
    <dgm:cxn modelId="{B24BF895-31EC-4AAC-B604-650F6A513D78}" type="presOf" srcId="{FC50D914-EB31-4734-B1E3-6056FDB7D652}" destId="{95DD7335-CD31-42EA-BCA3-F758F91AC920}" srcOrd="0" destOrd="0" presId="urn:microsoft.com/office/officeart/2008/layout/LinedList"/>
    <dgm:cxn modelId="{AFF7069B-5C01-46C8-9FD2-C8E0746A84B9}" srcId="{A13E15BD-BFA5-4D45-B7B6-CEB7BD0BB92C}" destId="{10171950-A1E7-4612-B674-2C8854BD7C71}" srcOrd="5" destOrd="0" parTransId="{645F4B89-517E-4E52-B08A-EB1E4C426956}" sibTransId="{D16A688E-410A-4469-B138-D5715E1AD99B}"/>
    <dgm:cxn modelId="{38B080A1-F5E6-451F-8BE7-8806AC2BEDF0}" type="presOf" srcId="{92FB3EDB-EC9C-4323-9715-8C19FB08309F}" destId="{0073BAEA-085B-4354-897C-8204C91206E2}" srcOrd="0" destOrd="0" presId="urn:microsoft.com/office/officeart/2008/layout/LinedList"/>
    <dgm:cxn modelId="{87053DAF-EDF5-48BE-B774-78A49850A163}" srcId="{A13E15BD-BFA5-4D45-B7B6-CEB7BD0BB92C}" destId="{B477C8CF-6FB4-4A64-BD48-A02D9D4D2A0B}" srcOrd="0" destOrd="0" parTransId="{B5AF5E16-451C-45A8-8C63-C18B19A670D6}" sibTransId="{EB84D853-6AEC-4EBF-9B06-3E49F22F4807}"/>
    <dgm:cxn modelId="{84C018D0-B23F-4771-864B-B9DF337A6B02}" type="presOf" srcId="{B477C8CF-6FB4-4A64-BD48-A02D9D4D2A0B}" destId="{C35324D1-E627-4A46-AAC7-1879AEB0D2E7}" srcOrd="0" destOrd="0" presId="urn:microsoft.com/office/officeart/2008/layout/LinedList"/>
    <dgm:cxn modelId="{8B29F6D5-A2C3-4F21-9645-8F70B9A7E0E3}" srcId="{A13E15BD-BFA5-4D45-B7B6-CEB7BD0BB92C}" destId="{E177E4EA-1D58-4FA1-8563-3682B0DEA7A4}" srcOrd="2" destOrd="0" parTransId="{64A4528A-732B-44D2-AE31-3150C497406C}" sibTransId="{2E34BFAB-0076-48AA-B0E9-8FBE5C99BFAD}"/>
    <dgm:cxn modelId="{77B8E4F0-0EE7-4EF6-BA10-6AC23D4F26CF}" type="presOf" srcId="{E177E4EA-1D58-4FA1-8563-3682B0DEA7A4}" destId="{F50320DC-D62E-4238-B0D8-9D4309D15B39}" srcOrd="0" destOrd="0" presId="urn:microsoft.com/office/officeart/2008/layout/LinedList"/>
    <dgm:cxn modelId="{53E618FE-6B37-444C-941F-6BC81DB7C6F9}" type="presOf" srcId="{A13E15BD-BFA5-4D45-B7B6-CEB7BD0BB92C}" destId="{8AB0BA1B-E928-431A-AA2E-5B38BE46F95A}" srcOrd="0" destOrd="0" presId="urn:microsoft.com/office/officeart/2008/layout/LinedList"/>
    <dgm:cxn modelId="{79F63610-6755-49B2-B8A2-4CB118D13967}" type="presParOf" srcId="{8AB0BA1B-E928-431A-AA2E-5B38BE46F95A}" destId="{549E3F98-2EC2-4609-B6FE-7C0687102256}" srcOrd="0" destOrd="0" presId="urn:microsoft.com/office/officeart/2008/layout/LinedList"/>
    <dgm:cxn modelId="{8EA43562-F420-4A01-98D1-67BC6C5F303F}" type="presParOf" srcId="{8AB0BA1B-E928-431A-AA2E-5B38BE46F95A}" destId="{1A79870A-9234-4EC7-A8F4-85CEA01220AB}" srcOrd="1" destOrd="0" presId="urn:microsoft.com/office/officeart/2008/layout/LinedList"/>
    <dgm:cxn modelId="{EDD13C41-2B43-4F54-AE4E-35A9D99753C9}" type="presParOf" srcId="{1A79870A-9234-4EC7-A8F4-85CEA01220AB}" destId="{C35324D1-E627-4A46-AAC7-1879AEB0D2E7}" srcOrd="0" destOrd="0" presId="urn:microsoft.com/office/officeart/2008/layout/LinedList"/>
    <dgm:cxn modelId="{30597793-CF40-4386-B4E3-FC83CAB75050}" type="presParOf" srcId="{1A79870A-9234-4EC7-A8F4-85CEA01220AB}" destId="{44161289-CC51-40A6-885E-5EB43CD145D2}" srcOrd="1" destOrd="0" presId="urn:microsoft.com/office/officeart/2008/layout/LinedList"/>
    <dgm:cxn modelId="{8CB25ACC-007E-4D7E-A3DE-C73CE2182557}" type="presParOf" srcId="{8AB0BA1B-E928-431A-AA2E-5B38BE46F95A}" destId="{7A8943FA-32B9-41D9-AB77-AEC4B6F788E8}" srcOrd="2" destOrd="0" presId="urn:microsoft.com/office/officeart/2008/layout/LinedList"/>
    <dgm:cxn modelId="{89D9AACA-05AC-4C16-9CE6-0DC54E957B69}" type="presParOf" srcId="{8AB0BA1B-E928-431A-AA2E-5B38BE46F95A}" destId="{CD7CFF8B-5F70-4502-8571-B28A2677991F}" srcOrd="3" destOrd="0" presId="urn:microsoft.com/office/officeart/2008/layout/LinedList"/>
    <dgm:cxn modelId="{2DCFF8F1-1197-41B6-BD08-A4F3DA7F8C17}" type="presParOf" srcId="{CD7CFF8B-5F70-4502-8571-B28A2677991F}" destId="{95DD7335-CD31-42EA-BCA3-F758F91AC920}" srcOrd="0" destOrd="0" presId="urn:microsoft.com/office/officeart/2008/layout/LinedList"/>
    <dgm:cxn modelId="{6D60B54E-F728-4979-9273-825683E22B13}" type="presParOf" srcId="{CD7CFF8B-5F70-4502-8571-B28A2677991F}" destId="{2B814D1D-9305-4DDA-A19C-D40595E7F5A5}" srcOrd="1" destOrd="0" presId="urn:microsoft.com/office/officeart/2008/layout/LinedList"/>
    <dgm:cxn modelId="{690B4BB1-8906-4FA9-BBA2-EB2D6FB8F7FC}" type="presParOf" srcId="{8AB0BA1B-E928-431A-AA2E-5B38BE46F95A}" destId="{119781C7-0FE3-4D3D-A073-C3D39E6DAC66}" srcOrd="4" destOrd="0" presId="urn:microsoft.com/office/officeart/2008/layout/LinedList"/>
    <dgm:cxn modelId="{08C976FF-8F0F-4E3C-A170-23DE6E41AF12}" type="presParOf" srcId="{8AB0BA1B-E928-431A-AA2E-5B38BE46F95A}" destId="{9926C380-A016-4156-A1D4-D4207A82D4F3}" srcOrd="5" destOrd="0" presId="urn:microsoft.com/office/officeart/2008/layout/LinedList"/>
    <dgm:cxn modelId="{F7F55F59-AE87-4F83-A0D0-FAE0507C17EC}" type="presParOf" srcId="{9926C380-A016-4156-A1D4-D4207A82D4F3}" destId="{F50320DC-D62E-4238-B0D8-9D4309D15B39}" srcOrd="0" destOrd="0" presId="urn:microsoft.com/office/officeart/2008/layout/LinedList"/>
    <dgm:cxn modelId="{745A5A5A-A378-4F44-A891-6BC970930295}" type="presParOf" srcId="{9926C380-A016-4156-A1D4-D4207A82D4F3}" destId="{8C896C73-520D-4C11-A78A-DB1DF97FFBB3}" srcOrd="1" destOrd="0" presId="urn:microsoft.com/office/officeart/2008/layout/LinedList"/>
    <dgm:cxn modelId="{9E78632E-74A1-4BFF-B88D-83DB410A320E}" type="presParOf" srcId="{8AB0BA1B-E928-431A-AA2E-5B38BE46F95A}" destId="{8C3021B9-18F8-4247-B335-3DA816818597}" srcOrd="6" destOrd="0" presId="urn:microsoft.com/office/officeart/2008/layout/LinedList"/>
    <dgm:cxn modelId="{264183E5-CA07-4750-99EF-58D081AC61D7}" type="presParOf" srcId="{8AB0BA1B-E928-431A-AA2E-5B38BE46F95A}" destId="{CDE2C9BE-81EB-417A-A37D-184C9B481885}" srcOrd="7" destOrd="0" presId="urn:microsoft.com/office/officeart/2008/layout/LinedList"/>
    <dgm:cxn modelId="{54149158-1815-47BA-9A15-21E706D3F215}" type="presParOf" srcId="{CDE2C9BE-81EB-417A-A37D-184C9B481885}" destId="{448BAB89-F959-4DBF-B6E8-405B55D5D0D0}" srcOrd="0" destOrd="0" presId="urn:microsoft.com/office/officeart/2008/layout/LinedList"/>
    <dgm:cxn modelId="{F49D5E1B-620D-4B62-B178-96332BEE50B4}" type="presParOf" srcId="{CDE2C9BE-81EB-417A-A37D-184C9B481885}" destId="{EBAA4187-EF8B-4903-9419-29A79F1852EB}" srcOrd="1" destOrd="0" presId="urn:microsoft.com/office/officeart/2008/layout/LinedList"/>
    <dgm:cxn modelId="{2B241B74-18AC-4790-B8BC-0B2D95D9D45E}" type="presParOf" srcId="{8AB0BA1B-E928-431A-AA2E-5B38BE46F95A}" destId="{533F8D01-4EBF-4498-B2CB-022F68D3A2D4}" srcOrd="8" destOrd="0" presId="urn:microsoft.com/office/officeart/2008/layout/LinedList"/>
    <dgm:cxn modelId="{9A73256A-9EA7-4210-8E7F-41AB1BF7D12E}" type="presParOf" srcId="{8AB0BA1B-E928-431A-AA2E-5B38BE46F95A}" destId="{F7153ADC-863D-44BB-BED0-B5B3D06E2DA6}" srcOrd="9" destOrd="0" presId="urn:microsoft.com/office/officeart/2008/layout/LinedList"/>
    <dgm:cxn modelId="{7626C3B4-2A15-45DA-8403-4002962762A6}" type="presParOf" srcId="{F7153ADC-863D-44BB-BED0-B5B3D06E2DA6}" destId="{0073BAEA-085B-4354-897C-8204C91206E2}" srcOrd="0" destOrd="0" presId="urn:microsoft.com/office/officeart/2008/layout/LinedList"/>
    <dgm:cxn modelId="{979343E7-9FCB-4FFE-8D7A-CCF154AA0E07}" type="presParOf" srcId="{F7153ADC-863D-44BB-BED0-B5B3D06E2DA6}" destId="{0DC7AF2E-A6E3-4A55-B637-4F63221410FE}" srcOrd="1" destOrd="0" presId="urn:microsoft.com/office/officeart/2008/layout/LinedList"/>
    <dgm:cxn modelId="{18369432-04AB-4D08-B1D6-67C9D793D03F}" type="presParOf" srcId="{8AB0BA1B-E928-431A-AA2E-5B38BE46F95A}" destId="{441FAB3A-225C-4AEA-9E51-BC55ACF5D1AC}" srcOrd="10" destOrd="0" presId="urn:microsoft.com/office/officeart/2008/layout/LinedList"/>
    <dgm:cxn modelId="{0A43BA82-3FF5-4195-8DF5-23EEC81B7DBA}" type="presParOf" srcId="{8AB0BA1B-E928-431A-AA2E-5B38BE46F95A}" destId="{02618481-3185-4E65-8B84-3491EF8FCB54}" srcOrd="11" destOrd="0" presId="urn:microsoft.com/office/officeart/2008/layout/LinedList"/>
    <dgm:cxn modelId="{4752DCB2-9DC9-4255-ADAB-1230BDF874BE}" type="presParOf" srcId="{02618481-3185-4E65-8B84-3491EF8FCB54}" destId="{D2DB22FC-4593-4304-B3DF-4F345BFF2810}" srcOrd="0" destOrd="0" presId="urn:microsoft.com/office/officeart/2008/layout/LinedList"/>
    <dgm:cxn modelId="{717F4BA0-CECE-4BF9-8F4C-C6DD9891B9EB}" type="presParOf" srcId="{02618481-3185-4E65-8B84-3491EF8FCB54}" destId="{F31D6F44-92AA-4F86-94A4-93EEB0969D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AA40E6-7CE3-43C9-8932-993A4D7E62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C83B69-2A71-4601-BF03-62076399F35A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dirty="0"/>
            <a:t>Functional Testing: </a:t>
          </a:r>
        </a:p>
        <a:p>
          <a:r>
            <a:rPr lang="en-US" dirty="0"/>
            <a:t>Verified all user flows for Admin, Teacher, and Student including registration, approval, availability, booking, appointments, chat, notifications, and secure navigation.</a:t>
          </a:r>
        </a:p>
      </dgm:t>
    </dgm:pt>
    <dgm:pt modelId="{318E2D56-7167-43DC-A8EF-0A12908377AC}" type="parTrans" cxnId="{A08579D6-0F4D-41B0-98B3-E18428F51619}">
      <dgm:prSet/>
      <dgm:spPr/>
      <dgm:t>
        <a:bodyPr/>
        <a:lstStyle/>
        <a:p>
          <a:endParaRPr lang="en-US"/>
        </a:p>
      </dgm:t>
    </dgm:pt>
    <dgm:pt modelId="{104B4C14-930F-47B2-931A-C37E575A1C18}" type="sibTrans" cxnId="{A08579D6-0F4D-41B0-98B3-E18428F51619}">
      <dgm:prSet/>
      <dgm:spPr/>
      <dgm:t>
        <a:bodyPr/>
        <a:lstStyle/>
        <a:p>
          <a:endParaRPr lang="en-US"/>
        </a:p>
      </dgm:t>
    </dgm:pt>
    <dgm:pt modelId="{576858C4-DBA6-412D-BBF8-AE7FFC95F343}">
      <dgm:prSet/>
      <dgm:spPr>
        <a:solidFill>
          <a:schemeClr val="tx1"/>
        </a:solidFill>
        <a:ln>
          <a:noFill/>
        </a:ln>
      </dgm:spPr>
      <dgm:t>
        <a:bodyPr/>
        <a:lstStyle/>
        <a:p>
          <a:pPr algn="ctr"/>
          <a:r>
            <a:rPr lang="en-US" b="1" dirty="0"/>
            <a:t>UI/UX Testing: </a:t>
          </a:r>
        </a:p>
        <a:p>
          <a:pPr algn="ctr"/>
          <a:r>
            <a:rPr lang="en-US" dirty="0"/>
            <a:t>Checked responsiveness, layout consistency, modals, buttons, sidebar behavior, and accessibility across devices.</a:t>
          </a:r>
        </a:p>
      </dgm:t>
    </dgm:pt>
    <dgm:pt modelId="{2AACE78F-081A-4F94-BBDC-C4F5BDB6CE83}" type="parTrans" cxnId="{68DC5B62-0029-4486-A31F-CECEE9797771}">
      <dgm:prSet/>
      <dgm:spPr/>
      <dgm:t>
        <a:bodyPr/>
        <a:lstStyle/>
        <a:p>
          <a:endParaRPr lang="en-US"/>
        </a:p>
      </dgm:t>
    </dgm:pt>
    <dgm:pt modelId="{BB973F1B-179D-41AC-8176-6B17EFF8ECD0}" type="sibTrans" cxnId="{68DC5B62-0029-4486-A31F-CECEE9797771}">
      <dgm:prSet/>
      <dgm:spPr/>
      <dgm:t>
        <a:bodyPr/>
        <a:lstStyle/>
        <a:p>
          <a:endParaRPr lang="en-US"/>
        </a:p>
      </dgm:t>
    </dgm:pt>
    <dgm:pt modelId="{8F4E7E43-4C2D-4C16-B8EA-3E54872DE20F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dirty="0"/>
            <a:t>Integration Testing: </a:t>
          </a:r>
        </a:p>
        <a:p>
          <a:r>
            <a:rPr lang="en-US" dirty="0"/>
            <a:t>Ensured proper communication between modules: authentication -&gt; Firestore -&gt; dashboards -&gt; notifications -&gt; chat.</a:t>
          </a:r>
        </a:p>
      </dgm:t>
    </dgm:pt>
    <dgm:pt modelId="{723A70BB-1BB6-47D5-A389-BFA802018AB3}" type="parTrans" cxnId="{7FB5F57F-7E97-401A-9754-8EB01D1320FF}">
      <dgm:prSet/>
      <dgm:spPr/>
      <dgm:t>
        <a:bodyPr/>
        <a:lstStyle/>
        <a:p>
          <a:endParaRPr lang="en-US"/>
        </a:p>
      </dgm:t>
    </dgm:pt>
    <dgm:pt modelId="{BD7708C3-BCF5-48D6-9AF6-54B03C8143DB}" type="sibTrans" cxnId="{7FB5F57F-7E97-401A-9754-8EB01D1320FF}">
      <dgm:prSet/>
      <dgm:spPr/>
      <dgm:t>
        <a:bodyPr/>
        <a:lstStyle/>
        <a:p>
          <a:endParaRPr lang="en-US"/>
        </a:p>
      </dgm:t>
    </dgm:pt>
    <dgm:pt modelId="{DC538798-3CEC-406C-B452-903A2BE7BA89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/>
            <a:t>Role-Based Access Testing: </a:t>
          </a:r>
          <a:r>
            <a:rPr lang="en-US"/>
            <a:t>Confirmed that Admin, Teacher, and Student access only their authorized pages and actions.</a:t>
          </a:r>
        </a:p>
      </dgm:t>
    </dgm:pt>
    <dgm:pt modelId="{03BC02BB-FEA3-45E4-B847-91910AC96F3A}" type="parTrans" cxnId="{A8AF8F7D-AEB9-41CA-9981-F520BCF6B021}">
      <dgm:prSet/>
      <dgm:spPr/>
      <dgm:t>
        <a:bodyPr/>
        <a:lstStyle/>
        <a:p>
          <a:endParaRPr lang="en-US"/>
        </a:p>
      </dgm:t>
    </dgm:pt>
    <dgm:pt modelId="{C888531F-4838-4B4E-A43B-8D9508993F18}" type="sibTrans" cxnId="{A8AF8F7D-AEB9-41CA-9981-F520BCF6B021}">
      <dgm:prSet/>
      <dgm:spPr/>
      <dgm:t>
        <a:bodyPr/>
        <a:lstStyle/>
        <a:p>
          <a:endParaRPr lang="en-US"/>
        </a:p>
      </dgm:t>
    </dgm:pt>
    <dgm:pt modelId="{A4A94BDF-884B-466F-B31E-97473C320839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dirty="0"/>
            <a:t>Data Validation Testing: </a:t>
          </a:r>
        </a:p>
        <a:p>
          <a:r>
            <a:rPr lang="en-US" dirty="0"/>
            <a:t>Verified required fields, invalid inputs, duplicate handling, and Firestore updates.</a:t>
          </a:r>
        </a:p>
      </dgm:t>
    </dgm:pt>
    <dgm:pt modelId="{85DB2DE8-8FBD-49BD-999A-DC06CDA1598A}" type="parTrans" cxnId="{402D0436-B297-4CAA-9A52-95328A40FE04}">
      <dgm:prSet/>
      <dgm:spPr/>
      <dgm:t>
        <a:bodyPr/>
        <a:lstStyle/>
        <a:p>
          <a:endParaRPr lang="en-US"/>
        </a:p>
      </dgm:t>
    </dgm:pt>
    <dgm:pt modelId="{2CB203EA-5A0C-4293-9ED8-5E2560F6D2A3}" type="sibTrans" cxnId="{402D0436-B297-4CAA-9A52-95328A40FE04}">
      <dgm:prSet/>
      <dgm:spPr/>
      <dgm:t>
        <a:bodyPr/>
        <a:lstStyle/>
        <a:p>
          <a:endParaRPr lang="en-US"/>
        </a:p>
      </dgm:t>
    </dgm:pt>
    <dgm:pt modelId="{8660D830-FA81-4378-BB9A-2BF72D1DDEB5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en-US" b="1" dirty="0"/>
            <a:t>Negative Testing: </a:t>
          </a:r>
        </a:p>
        <a:p>
          <a:r>
            <a:rPr lang="en-US" dirty="0"/>
            <a:t>Checked behavior for invalid login, empty forms, missing availability, unreachable network, and Firestore permission errors.</a:t>
          </a:r>
        </a:p>
      </dgm:t>
    </dgm:pt>
    <dgm:pt modelId="{57C14C82-AA84-44EB-9F28-590AFD66AB30}" type="parTrans" cxnId="{84C99016-A841-469D-8BE6-A5D705A5B10B}">
      <dgm:prSet/>
      <dgm:spPr/>
      <dgm:t>
        <a:bodyPr/>
        <a:lstStyle/>
        <a:p>
          <a:endParaRPr lang="en-US"/>
        </a:p>
      </dgm:t>
    </dgm:pt>
    <dgm:pt modelId="{F20BC7D2-3E7A-455A-ADB8-C2B55FF0BE90}" type="sibTrans" cxnId="{84C99016-A841-469D-8BE6-A5D705A5B10B}">
      <dgm:prSet/>
      <dgm:spPr/>
      <dgm:t>
        <a:bodyPr/>
        <a:lstStyle/>
        <a:p>
          <a:endParaRPr lang="en-US"/>
        </a:p>
      </dgm:t>
    </dgm:pt>
    <dgm:pt modelId="{A1CB467D-927F-4546-AEA5-C3372F955F5E}">
      <dgm:prSet/>
      <dgm:spPr>
        <a:solidFill>
          <a:schemeClr val="tx1"/>
        </a:solidFill>
        <a:ln>
          <a:noFill/>
        </a:ln>
      </dgm:spPr>
      <dgm:t>
        <a:bodyPr/>
        <a:lstStyle/>
        <a:p>
          <a:pPr algn="ctr"/>
          <a:endParaRPr lang="en-US" b="1" dirty="0"/>
        </a:p>
        <a:p>
          <a:pPr algn="ctr"/>
          <a:r>
            <a:rPr lang="en-US" b="1" dirty="0"/>
            <a:t>Security Tests:</a:t>
          </a:r>
        </a:p>
      </dgm:t>
    </dgm:pt>
    <dgm:pt modelId="{61799CA3-D7A1-4498-810C-1FD529B63BE9}" type="parTrans" cxnId="{414E5C1D-518F-41A5-8D5A-85341B1BE7C8}">
      <dgm:prSet/>
      <dgm:spPr/>
      <dgm:t>
        <a:bodyPr/>
        <a:lstStyle/>
        <a:p>
          <a:endParaRPr lang="en-US"/>
        </a:p>
      </dgm:t>
    </dgm:pt>
    <dgm:pt modelId="{FDCF7442-1587-4594-91D0-A58E8101B927}" type="sibTrans" cxnId="{414E5C1D-518F-41A5-8D5A-85341B1BE7C8}">
      <dgm:prSet/>
      <dgm:spPr/>
      <dgm:t>
        <a:bodyPr/>
        <a:lstStyle/>
        <a:p>
          <a:endParaRPr lang="en-US"/>
        </a:p>
      </dgm:t>
    </dgm:pt>
    <dgm:pt modelId="{E016BFA0-0BAB-4F7F-B3F7-6C05FEE0128A}">
      <dgm:prSet/>
      <dgm:spPr>
        <a:solidFill>
          <a:schemeClr val="tx1"/>
        </a:solidFill>
        <a:ln>
          <a:noFill/>
        </a:ln>
      </dgm:spPr>
      <dgm:t>
        <a:bodyPr/>
        <a:lstStyle/>
        <a:p>
          <a:pPr algn="ctr"/>
          <a:r>
            <a:rPr lang="en-US" dirty="0"/>
            <a:t>Protected routes redirecting unauthorized users</a:t>
          </a:r>
        </a:p>
      </dgm:t>
    </dgm:pt>
    <dgm:pt modelId="{FB068C53-3AF6-49CF-91C0-24FDF779D2AE}" type="parTrans" cxnId="{6C943693-2A50-46D9-8883-C07B2F6DD791}">
      <dgm:prSet/>
      <dgm:spPr/>
      <dgm:t>
        <a:bodyPr/>
        <a:lstStyle/>
        <a:p>
          <a:endParaRPr lang="en-US"/>
        </a:p>
      </dgm:t>
    </dgm:pt>
    <dgm:pt modelId="{A7B2FF20-534A-4B8C-9775-CFF43FDE7FD5}" type="sibTrans" cxnId="{6C943693-2A50-46D9-8883-C07B2F6DD791}">
      <dgm:prSet/>
      <dgm:spPr/>
      <dgm:t>
        <a:bodyPr/>
        <a:lstStyle/>
        <a:p>
          <a:endParaRPr lang="en-US"/>
        </a:p>
      </dgm:t>
    </dgm:pt>
    <dgm:pt modelId="{7FA6B079-247F-4102-BBF2-8B038FB855C2}">
      <dgm:prSet/>
      <dgm:spPr>
        <a:solidFill>
          <a:schemeClr val="tx1"/>
        </a:solidFill>
        <a:ln>
          <a:noFill/>
        </a:ln>
      </dgm:spPr>
      <dgm:t>
        <a:bodyPr/>
        <a:lstStyle/>
        <a:p>
          <a:pPr algn="ctr"/>
          <a:r>
            <a:rPr lang="en-US"/>
            <a:t>Firestore rules enforcing role-based access</a:t>
          </a:r>
        </a:p>
      </dgm:t>
    </dgm:pt>
    <dgm:pt modelId="{30BCB2F4-6F7D-49AA-A0DD-F2EBACD7A1B5}" type="parTrans" cxnId="{01D8BE85-ED8B-4DBA-A64F-0693B2D65251}">
      <dgm:prSet/>
      <dgm:spPr/>
      <dgm:t>
        <a:bodyPr/>
        <a:lstStyle/>
        <a:p>
          <a:endParaRPr lang="en-US"/>
        </a:p>
      </dgm:t>
    </dgm:pt>
    <dgm:pt modelId="{586D4AEF-E13E-416A-A59F-0A7E85AA53FA}" type="sibTrans" cxnId="{01D8BE85-ED8B-4DBA-A64F-0693B2D65251}">
      <dgm:prSet/>
      <dgm:spPr/>
      <dgm:t>
        <a:bodyPr/>
        <a:lstStyle/>
        <a:p>
          <a:endParaRPr lang="en-US"/>
        </a:p>
      </dgm:t>
    </dgm:pt>
    <dgm:pt modelId="{2CADE06D-ACF8-4382-B038-87C6AC98805E}">
      <dgm:prSet/>
      <dgm:spPr>
        <a:solidFill>
          <a:schemeClr val="tx1"/>
        </a:solidFill>
        <a:ln>
          <a:noFill/>
        </a:ln>
      </dgm:spPr>
      <dgm:t>
        <a:bodyPr/>
        <a:lstStyle/>
        <a:p>
          <a:pPr algn="ctr"/>
          <a:r>
            <a:rPr lang="en-US" dirty="0"/>
            <a:t>Password reset flow</a:t>
          </a:r>
        </a:p>
      </dgm:t>
    </dgm:pt>
    <dgm:pt modelId="{7819D77F-A269-421D-9152-76F53D75EFDB}" type="parTrans" cxnId="{89813795-CC6D-4BCE-99E1-797D3549A8F0}">
      <dgm:prSet/>
      <dgm:spPr/>
      <dgm:t>
        <a:bodyPr/>
        <a:lstStyle/>
        <a:p>
          <a:endParaRPr lang="en-US"/>
        </a:p>
      </dgm:t>
    </dgm:pt>
    <dgm:pt modelId="{0DBAD6E1-CF12-4C7B-AE3F-8554871947B0}" type="sibTrans" cxnId="{89813795-CC6D-4BCE-99E1-797D3549A8F0}">
      <dgm:prSet/>
      <dgm:spPr/>
      <dgm:t>
        <a:bodyPr/>
        <a:lstStyle/>
        <a:p>
          <a:endParaRPr lang="en-US"/>
        </a:p>
      </dgm:t>
    </dgm:pt>
    <dgm:pt modelId="{012AFA57-66A4-4E16-8CF0-998D0E7F81F6}" type="pres">
      <dgm:prSet presAssocID="{B9AA40E6-7CE3-43C9-8932-993A4D7E62C9}" presName="diagram" presStyleCnt="0">
        <dgm:presLayoutVars>
          <dgm:dir/>
          <dgm:resizeHandles val="exact"/>
        </dgm:presLayoutVars>
      </dgm:prSet>
      <dgm:spPr/>
    </dgm:pt>
    <dgm:pt modelId="{C3F2EA4E-1530-4AED-A172-228198ACCFA2}" type="pres">
      <dgm:prSet presAssocID="{D1C83B69-2A71-4601-BF03-62076399F35A}" presName="node" presStyleLbl="node1" presStyleIdx="0" presStyleCnt="7">
        <dgm:presLayoutVars>
          <dgm:bulletEnabled val="1"/>
        </dgm:presLayoutVars>
      </dgm:prSet>
      <dgm:spPr/>
    </dgm:pt>
    <dgm:pt modelId="{664008C8-474A-495B-9ED7-3B92FFBD6AD3}" type="pres">
      <dgm:prSet presAssocID="{104B4C14-930F-47B2-931A-C37E575A1C18}" presName="sibTrans" presStyleCnt="0"/>
      <dgm:spPr/>
    </dgm:pt>
    <dgm:pt modelId="{144B2710-5381-4C1C-86B0-9F4AADD06DF7}" type="pres">
      <dgm:prSet presAssocID="{576858C4-DBA6-412D-BBF8-AE7FFC95F343}" presName="node" presStyleLbl="node1" presStyleIdx="1" presStyleCnt="7">
        <dgm:presLayoutVars>
          <dgm:bulletEnabled val="1"/>
        </dgm:presLayoutVars>
      </dgm:prSet>
      <dgm:spPr/>
    </dgm:pt>
    <dgm:pt modelId="{22BA2F3A-1955-4F73-BA42-C644AFB77E4E}" type="pres">
      <dgm:prSet presAssocID="{BB973F1B-179D-41AC-8176-6B17EFF8ECD0}" presName="sibTrans" presStyleCnt="0"/>
      <dgm:spPr/>
    </dgm:pt>
    <dgm:pt modelId="{EB461923-C068-44E0-9021-30C6DF16F96F}" type="pres">
      <dgm:prSet presAssocID="{8F4E7E43-4C2D-4C16-B8EA-3E54872DE20F}" presName="node" presStyleLbl="node1" presStyleIdx="2" presStyleCnt="7">
        <dgm:presLayoutVars>
          <dgm:bulletEnabled val="1"/>
        </dgm:presLayoutVars>
      </dgm:prSet>
      <dgm:spPr/>
    </dgm:pt>
    <dgm:pt modelId="{0F80FD41-5EE7-4AD1-A5DD-9F6A9450EDDC}" type="pres">
      <dgm:prSet presAssocID="{BD7708C3-BCF5-48D6-9AF6-54B03C8143DB}" presName="sibTrans" presStyleCnt="0"/>
      <dgm:spPr/>
    </dgm:pt>
    <dgm:pt modelId="{956229DA-F155-4967-AFA0-E345040DBE04}" type="pres">
      <dgm:prSet presAssocID="{DC538798-3CEC-406C-B452-903A2BE7BA89}" presName="node" presStyleLbl="node1" presStyleIdx="3" presStyleCnt="7">
        <dgm:presLayoutVars>
          <dgm:bulletEnabled val="1"/>
        </dgm:presLayoutVars>
      </dgm:prSet>
      <dgm:spPr/>
    </dgm:pt>
    <dgm:pt modelId="{621A7B6F-C11E-45DE-B257-43555238C3C8}" type="pres">
      <dgm:prSet presAssocID="{C888531F-4838-4B4E-A43B-8D9508993F18}" presName="sibTrans" presStyleCnt="0"/>
      <dgm:spPr/>
    </dgm:pt>
    <dgm:pt modelId="{71443B36-5101-4A0C-A0F8-D69421FE2944}" type="pres">
      <dgm:prSet presAssocID="{A4A94BDF-884B-466F-B31E-97473C320839}" presName="node" presStyleLbl="node1" presStyleIdx="4" presStyleCnt="7">
        <dgm:presLayoutVars>
          <dgm:bulletEnabled val="1"/>
        </dgm:presLayoutVars>
      </dgm:prSet>
      <dgm:spPr/>
    </dgm:pt>
    <dgm:pt modelId="{53144630-F401-49F8-B3F5-75B832F757B5}" type="pres">
      <dgm:prSet presAssocID="{2CB203EA-5A0C-4293-9ED8-5E2560F6D2A3}" presName="sibTrans" presStyleCnt="0"/>
      <dgm:spPr/>
    </dgm:pt>
    <dgm:pt modelId="{38475F4C-4037-41AE-93D3-513EA554C512}" type="pres">
      <dgm:prSet presAssocID="{8660D830-FA81-4378-BB9A-2BF72D1DDEB5}" presName="node" presStyleLbl="node1" presStyleIdx="5" presStyleCnt="7">
        <dgm:presLayoutVars>
          <dgm:bulletEnabled val="1"/>
        </dgm:presLayoutVars>
      </dgm:prSet>
      <dgm:spPr/>
    </dgm:pt>
    <dgm:pt modelId="{F10DD75A-D5D8-4DA3-8A30-31BEE149BDAD}" type="pres">
      <dgm:prSet presAssocID="{F20BC7D2-3E7A-455A-ADB8-C2B55FF0BE90}" presName="sibTrans" presStyleCnt="0"/>
      <dgm:spPr/>
    </dgm:pt>
    <dgm:pt modelId="{74BEDD1C-C238-496D-B06D-B5B8DF26F039}" type="pres">
      <dgm:prSet presAssocID="{A1CB467D-927F-4546-AEA5-C3372F955F5E}" presName="node" presStyleLbl="node1" presStyleIdx="6" presStyleCnt="7">
        <dgm:presLayoutVars>
          <dgm:bulletEnabled val="1"/>
        </dgm:presLayoutVars>
      </dgm:prSet>
      <dgm:spPr/>
    </dgm:pt>
  </dgm:ptLst>
  <dgm:cxnLst>
    <dgm:cxn modelId="{02019F06-A921-43B5-80F0-AA99C4587D94}" type="presOf" srcId="{7FA6B079-247F-4102-BBF2-8B038FB855C2}" destId="{74BEDD1C-C238-496D-B06D-B5B8DF26F039}" srcOrd="0" destOrd="2" presId="urn:microsoft.com/office/officeart/2005/8/layout/default"/>
    <dgm:cxn modelId="{D0FE170D-6102-482E-9A78-8BD0B177E2C9}" type="presOf" srcId="{E016BFA0-0BAB-4F7F-B3F7-6C05FEE0128A}" destId="{74BEDD1C-C238-496D-B06D-B5B8DF26F039}" srcOrd="0" destOrd="1" presId="urn:microsoft.com/office/officeart/2005/8/layout/default"/>
    <dgm:cxn modelId="{E9EF6810-BBA4-42C1-8ED5-F04153F8FC54}" type="presOf" srcId="{8F4E7E43-4C2D-4C16-B8EA-3E54872DE20F}" destId="{EB461923-C068-44E0-9021-30C6DF16F96F}" srcOrd="0" destOrd="0" presId="urn:microsoft.com/office/officeart/2005/8/layout/default"/>
    <dgm:cxn modelId="{58692015-DC49-4D8F-9505-7857FB64CE8E}" type="presOf" srcId="{2CADE06D-ACF8-4382-B038-87C6AC98805E}" destId="{74BEDD1C-C238-496D-B06D-B5B8DF26F039}" srcOrd="0" destOrd="3" presId="urn:microsoft.com/office/officeart/2005/8/layout/default"/>
    <dgm:cxn modelId="{84C99016-A841-469D-8BE6-A5D705A5B10B}" srcId="{B9AA40E6-7CE3-43C9-8932-993A4D7E62C9}" destId="{8660D830-FA81-4378-BB9A-2BF72D1DDEB5}" srcOrd="5" destOrd="0" parTransId="{57C14C82-AA84-44EB-9F28-590AFD66AB30}" sibTransId="{F20BC7D2-3E7A-455A-ADB8-C2B55FF0BE90}"/>
    <dgm:cxn modelId="{F4F8911A-FCA5-4342-89AE-3388E60EC2E8}" type="presOf" srcId="{B9AA40E6-7CE3-43C9-8932-993A4D7E62C9}" destId="{012AFA57-66A4-4E16-8CF0-998D0E7F81F6}" srcOrd="0" destOrd="0" presId="urn:microsoft.com/office/officeart/2005/8/layout/default"/>
    <dgm:cxn modelId="{414E5C1D-518F-41A5-8D5A-85341B1BE7C8}" srcId="{B9AA40E6-7CE3-43C9-8932-993A4D7E62C9}" destId="{A1CB467D-927F-4546-AEA5-C3372F955F5E}" srcOrd="6" destOrd="0" parTransId="{61799CA3-D7A1-4498-810C-1FD529B63BE9}" sibTransId="{FDCF7442-1587-4594-91D0-A58E8101B927}"/>
    <dgm:cxn modelId="{402D0436-B297-4CAA-9A52-95328A40FE04}" srcId="{B9AA40E6-7CE3-43C9-8932-993A4D7E62C9}" destId="{A4A94BDF-884B-466F-B31E-97473C320839}" srcOrd="4" destOrd="0" parTransId="{85DB2DE8-8FBD-49BD-999A-DC06CDA1598A}" sibTransId="{2CB203EA-5A0C-4293-9ED8-5E2560F6D2A3}"/>
    <dgm:cxn modelId="{CB6B4337-C5E9-4E54-8C90-812429A06B9A}" type="presOf" srcId="{A1CB467D-927F-4546-AEA5-C3372F955F5E}" destId="{74BEDD1C-C238-496D-B06D-B5B8DF26F039}" srcOrd="0" destOrd="0" presId="urn:microsoft.com/office/officeart/2005/8/layout/default"/>
    <dgm:cxn modelId="{69D8045C-15CC-430F-8B71-16A4618AB933}" type="presOf" srcId="{576858C4-DBA6-412D-BBF8-AE7FFC95F343}" destId="{144B2710-5381-4C1C-86B0-9F4AADD06DF7}" srcOrd="0" destOrd="0" presId="urn:microsoft.com/office/officeart/2005/8/layout/default"/>
    <dgm:cxn modelId="{68DC5B62-0029-4486-A31F-CECEE9797771}" srcId="{B9AA40E6-7CE3-43C9-8932-993A4D7E62C9}" destId="{576858C4-DBA6-412D-BBF8-AE7FFC95F343}" srcOrd="1" destOrd="0" parTransId="{2AACE78F-081A-4F94-BBDC-C4F5BDB6CE83}" sibTransId="{BB973F1B-179D-41AC-8176-6B17EFF8ECD0}"/>
    <dgm:cxn modelId="{31FA0354-3104-4D49-A049-510458905BAC}" type="presOf" srcId="{D1C83B69-2A71-4601-BF03-62076399F35A}" destId="{C3F2EA4E-1530-4AED-A172-228198ACCFA2}" srcOrd="0" destOrd="0" presId="urn:microsoft.com/office/officeart/2005/8/layout/default"/>
    <dgm:cxn modelId="{A8AF8F7D-AEB9-41CA-9981-F520BCF6B021}" srcId="{B9AA40E6-7CE3-43C9-8932-993A4D7E62C9}" destId="{DC538798-3CEC-406C-B452-903A2BE7BA89}" srcOrd="3" destOrd="0" parTransId="{03BC02BB-FEA3-45E4-B847-91910AC96F3A}" sibTransId="{C888531F-4838-4B4E-A43B-8D9508993F18}"/>
    <dgm:cxn modelId="{7FB5F57F-7E97-401A-9754-8EB01D1320FF}" srcId="{B9AA40E6-7CE3-43C9-8932-993A4D7E62C9}" destId="{8F4E7E43-4C2D-4C16-B8EA-3E54872DE20F}" srcOrd="2" destOrd="0" parTransId="{723A70BB-1BB6-47D5-A389-BFA802018AB3}" sibTransId="{BD7708C3-BCF5-48D6-9AF6-54B03C8143DB}"/>
    <dgm:cxn modelId="{01D8BE85-ED8B-4DBA-A64F-0693B2D65251}" srcId="{A1CB467D-927F-4546-AEA5-C3372F955F5E}" destId="{7FA6B079-247F-4102-BBF2-8B038FB855C2}" srcOrd="1" destOrd="0" parTransId="{30BCB2F4-6F7D-49AA-A0DD-F2EBACD7A1B5}" sibTransId="{586D4AEF-E13E-416A-A59F-0A7E85AA53FA}"/>
    <dgm:cxn modelId="{60AFBC8F-CBC2-41E1-9F09-187CE1324CD1}" type="presOf" srcId="{8660D830-FA81-4378-BB9A-2BF72D1DDEB5}" destId="{38475F4C-4037-41AE-93D3-513EA554C512}" srcOrd="0" destOrd="0" presId="urn:microsoft.com/office/officeart/2005/8/layout/default"/>
    <dgm:cxn modelId="{6C943693-2A50-46D9-8883-C07B2F6DD791}" srcId="{A1CB467D-927F-4546-AEA5-C3372F955F5E}" destId="{E016BFA0-0BAB-4F7F-B3F7-6C05FEE0128A}" srcOrd="0" destOrd="0" parTransId="{FB068C53-3AF6-49CF-91C0-24FDF779D2AE}" sibTransId="{A7B2FF20-534A-4B8C-9775-CFF43FDE7FD5}"/>
    <dgm:cxn modelId="{89813795-CC6D-4BCE-99E1-797D3549A8F0}" srcId="{A1CB467D-927F-4546-AEA5-C3372F955F5E}" destId="{2CADE06D-ACF8-4382-B038-87C6AC98805E}" srcOrd="2" destOrd="0" parTransId="{7819D77F-A269-421D-9152-76F53D75EFDB}" sibTransId="{0DBAD6E1-CF12-4C7B-AE3F-8554871947B0}"/>
    <dgm:cxn modelId="{65C0D59D-5460-40BC-8217-FB93CC344F6E}" type="presOf" srcId="{DC538798-3CEC-406C-B452-903A2BE7BA89}" destId="{956229DA-F155-4967-AFA0-E345040DBE04}" srcOrd="0" destOrd="0" presId="urn:microsoft.com/office/officeart/2005/8/layout/default"/>
    <dgm:cxn modelId="{A08579D6-0F4D-41B0-98B3-E18428F51619}" srcId="{B9AA40E6-7CE3-43C9-8932-993A4D7E62C9}" destId="{D1C83B69-2A71-4601-BF03-62076399F35A}" srcOrd="0" destOrd="0" parTransId="{318E2D56-7167-43DC-A8EF-0A12908377AC}" sibTransId="{104B4C14-930F-47B2-931A-C37E575A1C18}"/>
    <dgm:cxn modelId="{4CB110DE-D97B-4917-B837-A039CD43E30E}" type="presOf" srcId="{A4A94BDF-884B-466F-B31E-97473C320839}" destId="{71443B36-5101-4A0C-A0F8-D69421FE2944}" srcOrd="0" destOrd="0" presId="urn:microsoft.com/office/officeart/2005/8/layout/default"/>
    <dgm:cxn modelId="{FE30A93A-7896-4F8A-BF5F-BE7F24CEEF78}" type="presParOf" srcId="{012AFA57-66A4-4E16-8CF0-998D0E7F81F6}" destId="{C3F2EA4E-1530-4AED-A172-228198ACCFA2}" srcOrd="0" destOrd="0" presId="urn:microsoft.com/office/officeart/2005/8/layout/default"/>
    <dgm:cxn modelId="{BFE84EA0-C343-497A-819D-37B4447E4435}" type="presParOf" srcId="{012AFA57-66A4-4E16-8CF0-998D0E7F81F6}" destId="{664008C8-474A-495B-9ED7-3B92FFBD6AD3}" srcOrd="1" destOrd="0" presId="urn:microsoft.com/office/officeart/2005/8/layout/default"/>
    <dgm:cxn modelId="{E5A79BA1-B2A7-409D-B3C6-BBBFB39C0427}" type="presParOf" srcId="{012AFA57-66A4-4E16-8CF0-998D0E7F81F6}" destId="{144B2710-5381-4C1C-86B0-9F4AADD06DF7}" srcOrd="2" destOrd="0" presId="urn:microsoft.com/office/officeart/2005/8/layout/default"/>
    <dgm:cxn modelId="{1BA0A1F5-AD44-404B-BCF0-28EE8603DA3D}" type="presParOf" srcId="{012AFA57-66A4-4E16-8CF0-998D0E7F81F6}" destId="{22BA2F3A-1955-4F73-BA42-C644AFB77E4E}" srcOrd="3" destOrd="0" presId="urn:microsoft.com/office/officeart/2005/8/layout/default"/>
    <dgm:cxn modelId="{D9D8C285-43E5-4600-8518-39106CB7EA60}" type="presParOf" srcId="{012AFA57-66A4-4E16-8CF0-998D0E7F81F6}" destId="{EB461923-C068-44E0-9021-30C6DF16F96F}" srcOrd="4" destOrd="0" presId="urn:microsoft.com/office/officeart/2005/8/layout/default"/>
    <dgm:cxn modelId="{72EFB22F-D320-4DB1-8943-A64346434319}" type="presParOf" srcId="{012AFA57-66A4-4E16-8CF0-998D0E7F81F6}" destId="{0F80FD41-5EE7-4AD1-A5DD-9F6A9450EDDC}" srcOrd="5" destOrd="0" presId="urn:microsoft.com/office/officeart/2005/8/layout/default"/>
    <dgm:cxn modelId="{C60E9818-4AD5-4DCE-8A0F-20299861DC35}" type="presParOf" srcId="{012AFA57-66A4-4E16-8CF0-998D0E7F81F6}" destId="{956229DA-F155-4967-AFA0-E345040DBE04}" srcOrd="6" destOrd="0" presId="urn:microsoft.com/office/officeart/2005/8/layout/default"/>
    <dgm:cxn modelId="{7D296BDE-BFE1-4264-885A-EF4BFC8FA686}" type="presParOf" srcId="{012AFA57-66A4-4E16-8CF0-998D0E7F81F6}" destId="{621A7B6F-C11E-45DE-B257-43555238C3C8}" srcOrd="7" destOrd="0" presId="urn:microsoft.com/office/officeart/2005/8/layout/default"/>
    <dgm:cxn modelId="{BEC74E91-81BC-4F38-BB2A-278F013F3492}" type="presParOf" srcId="{012AFA57-66A4-4E16-8CF0-998D0E7F81F6}" destId="{71443B36-5101-4A0C-A0F8-D69421FE2944}" srcOrd="8" destOrd="0" presId="urn:microsoft.com/office/officeart/2005/8/layout/default"/>
    <dgm:cxn modelId="{90987254-2348-4CC9-9736-0FFCDFBA54AC}" type="presParOf" srcId="{012AFA57-66A4-4E16-8CF0-998D0E7F81F6}" destId="{53144630-F401-49F8-B3F5-75B832F757B5}" srcOrd="9" destOrd="0" presId="urn:microsoft.com/office/officeart/2005/8/layout/default"/>
    <dgm:cxn modelId="{40A284CE-C853-4961-BBF7-C11E0EAAD8D6}" type="presParOf" srcId="{012AFA57-66A4-4E16-8CF0-998D0E7F81F6}" destId="{38475F4C-4037-41AE-93D3-513EA554C512}" srcOrd="10" destOrd="0" presId="urn:microsoft.com/office/officeart/2005/8/layout/default"/>
    <dgm:cxn modelId="{E7E4E67B-55E1-45B3-91EF-5FBFFD3A7772}" type="presParOf" srcId="{012AFA57-66A4-4E16-8CF0-998D0E7F81F6}" destId="{F10DD75A-D5D8-4DA3-8A30-31BEE149BDAD}" srcOrd="11" destOrd="0" presId="urn:microsoft.com/office/officeart/2005/8/layout/default"/>
    <dgm:cxn modelId="{C1112024-AF09-460C-A12F-B1BE29149C47}" type="presParOf" srcId="{012AFA57-66A4-4E16-8CF0-998D0E7F81F6}" destId="{74BEDD1C-C238-496D-B06D-B5B8DF26F03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1106A-4803-4B11-871D-5DA04029CE90}">
      <dsp:nvSpPr>
        <dsp:cNvPr id="0" name=""/>
        <dsp:cNvSpPr/>
      </dsp:nvSpPr>
      <dsp:spPr>
        <a:xfrm>
          <a:off x="236412" y="104263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A2065-056C-4C4F-BF88-DFCAD253CC4E}">
      <dsp:nvSpPr>
        <dsp:cNvPr id="0" name=""/>
        <dsp:cNvSpPr/>
      </dsp:nvSpPr>
      <dsp:spPr>
        <a:xfrm>
          <a:off x="405244" y="273095"/>
          <a:ext cx="466297" cy="4662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99D81-0408-4551-ACC8-ADF0F20F12B0}">
      <dsp:nvSpPr>
        <dsp:cNvPr id="0" name=""/>
        <dsp:cNvSpPr/>
      </dsp:nvSpPr>
      <dsp:spPr>
        <a:xfrm>
          <a:off x="1212651" y="104263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Role-Based Access Control (RBAC)</a:t>
          </a:r>
          <a:br>
            <a:rPr lang="en-US" sz="1100" b="0" i="0" kern="1200" baseline="0" dirty="0"/>
          </a:br>
          <a:r>
            <a:rPr lang="en-US" sz="1100" b="0" i="0" kern="1200" baseline="0" dirty="0"/>
            <a:t>Ensures Admin / Teacher / Student have separate permissions.</a:t>
          </a:r>
          <a:endParaRPr lang="en-US" sz="1100" kern="1200" dirty="0"/>
        </a:p>
      </dsp:txBody>
      <dsp:txXfrm>
        <a:off x="1212651" y="104263"/>
        <a:ext cx="1895051" cy="803961"/>
      </dsp:txXfrm>
    </dsp:sp>
    <dsp:sp modelId="{D92E4E8D-8B44-4E0C-A1E9-6ED3A427DB6E}">
      <dsp:nvSpPr>
        <dsp:cNvPr id="0" name=""/>
        <dsp:cNvSpPr/>
      </dsp:nvSpPr>
      <dsp:spPr>
        <a:xfrm>
          <a:off x="3437901" y="104263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01CBC-A5B0-4B13-B220-D409051E5E64}">
      <dsp:nvSpPr>
        <dsp:cNvPr id="0" name=""/>
        <dsp:cNvSpPr/>
      </dsp:nvSpPr>
      <dsp:spPr>
        <a:xfrm>
          <a:off x="3606732" y="273095"/>
          <a:ext cx="466297" cy="4662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A2F8A-346A-439D-AE19-B5354A2BB7D9}">
      <dsp:nvSpPr>
        <dsp:cNvPr id="0" name=""/>
        <dsp:cNvSpPr/>
      </dsp:nvSpPr>
      <dsp:spPr>
        <a:xfrm>
          <a:off x="4414139" y="104263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Real-time Event Handling</a:t>
          </a:r>
          <a:br>
            <a:rPr lang="en-US" sz="1100" b="0" i="0" kern="1200" baseline="0"/>
          </a:br>
          <a:r>
            <a:rPr lang="en-US" sz="1100" b="0" i="0" kern="1200" baseline="0"/>
            <a:t>For chats, unread counts, live notifications.</a:t>
          </a:r>
          <a:endParaRPr lang="en-US" sz="1100" kern="1200"/>
        </a:p>
      </dsp:txBody>
      <dsp:txXfrm>
        <a:off x="4414139" y="104263"/>
        <a:ext cx="1895051" cy="803961"/>
      </dsp:txXfrm>
    </dsp:sp>
    <dsp:sp modelId="{F077687E-24DD-496A-815C-AC7AB4837F88}">
      <dsp:nvSpPr>
        <dsp:cNvPr id="0" name=""/>
        <dsp:cNvSpPr/>
      </dsp:nvSpPr>
      <dsp:spPr>
        <a:xfrm>
          <a:off x="6639389" y="104263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58013-759E-4B3A-BF49-400DC537DDC9}">
      <dsp:nvSpPr>
        <dsp:cNvPr id="0" name=""/>
        <dsp:cNvSpPr/>
      </dsp:nvSpPr>
      <dsp:spPr>
        <a:xfrm>
          <a:off x="6808221" y="273095"/>
          <a:ext cx="466297" cy="4662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EB418-8442-4396-9D88-4A253FB16EC6}">
      <dsp:nvSpPr>
        <dsp:cNvPr id="0" name=""/>
        <dsp:cNvSpPr/>
      </dsp:nvSpPr>
      <dsp:spPr>
        <a:xfrm>
          <a:off x="7615627" y="104263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Firestore Query Optimization</a:t>
          </a:r>
          <a:br>
            <a:rPr lang="en-US" sz="1100" b="0" i="0" kern="1200" baseline="0"/>
          </a:br>
          <a:r>
            <a:rPr lang="en-US" sz="1100" b="0" i="0" kern="1200" baseline="0"/>
            <a:t>Indexed querying, structured collections (users, availability, appointments, messages, logs).</a:t>
          </a:r>
          <a:endParaRPr lang="en-US" sz="1100" kern="1200"/>
        </a:p>
      </dsp:txBody>
      <dsp:txXfrm>
        <a:off x="7615627" y="104263"/>
        <a:ext cx="1895051" cy="803961"/>
      </dsp:txXfrm>
    </dsp:sp>
    <dsp:sp modelId="{55A8D0B0-E35D-4302-87F1-FA7CFD57C313}">
      <dsp:nvSpPr>
        <dsp:cNvPr id="0" name=""/>
        <dsp:cNvSpPr/>
      </dsp:nvSpPr>
      <dsp:spPr>
        <a:xfrm>
          <a:off x="236412" y="1583178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5661A-D706-42CD-8C1D-E34229B59A4B}">
      <dsp:nvSpPr>
        <dsp:cNvPr id="0" name=""/>
        <dsp:cNvSpPr/>
      </dsp:nvSpPr>
      <dsp:spPr>
        <a:xfrm>
          <a:off x="405244" y="1752010"/>
          <a:ext cx="466297" cy="4662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7B507-9122-44C5-A305-77A3BD966DA1}">
      <dsp:nvSpPr>
        <dsp:cNvPr id="0" name=""/>
        <dsp:cNvSpPr/>
      </dsp:nvSpPr>
      <dsp:spPr>
        <a:xfrm>
          <a:off x="1212651" y="1583178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Automated Status Workflow</a:t>
          </a:r>
          <a:br>
            <a:rPr lang="en-US" sz="1100" b="0" i="0" kern="1200" baseline="0"/>
          </a:br>
          <a:r>
            <a:rPr lang="en-US" sz="1100" b="0" i="0" kern="1200" baseline="0"/>
            <a:t>Appointment lifecycle: pending → approved → rejected → history.</a:t>
          </a:r>
          <a:endParaRPr lang="en-US" sz="1100" kern="1200"/>
        </a:p>
      </dsp:txBody>
      <dsp:txXfrm>
        <a:off x="1212651" y="1583178"/>
        <a:ext cx="1895051" cy="803961"/>
      </dsp:txXfrm>
    </dsp:sp>
    <dsp:sp modelId="{B15D5F61-1D60-46C8-8E09-4E1021EA00FB}">
      <dsp:nvSpPr>
        <dsp:cNvPr id="0" name=""/>
        <dsp:cNvSpPr/>
      </dsp:nvSpPr>
      <dsp:spPr>
        <a:xfrm>
          <a:off x="3437901" y="1583178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5BDB4-3648-4167-8948-7DF43482EDF4}">
      <dsp:nvSpPr>
        <dsp:cNvPr id="0" name=""/>
        <dsp:cNvSpPr/>
      </dsp:nvSpPr>
      <dsp:spPr>
        <a:xfrm>
          <a:off x="3606732" y="1752010"/>
          <a:ext cx="466297" cy="4662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8D71B-AF97-4FB9-8539-E87E49491DC0}">
      <dsp:nvSpPr>
        <dsp:cNvPr id="0" name=""/>
        <dsp:cNvSpPr/>
      </dsp:nvSpPr>
      <dsp:spPr>
        <a:xfrm>
          <a:off x="4414139" y="1583178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Notification Pipeline</a:t>
          </a:r>
          <a:br>
            <a:rPr lang="en-US" sz="1100" b="0" i="0" kern="1200" baseline="0"/>
          </a:br>
          <a:r>
            <a:rPr lang="en-US" sz="1100" b="0" i="0" kern="1200" baseline="0"/>
            <a:t>Triggering notifications on registration, booking, approval, rejection, cancellations.</a:t>
          </a:r>
          <a:endParaRPr lang="en-US" sz="1100" kern="1200"/>
        </a:p>
      </dsp:txBody>
      <dsp:txXfrm>
        <a:off x="4414139" y="1583178"/>
        <a:ext cx="1895051" cy="803961"/>
      </dsp:txXfrm>
    </dsp:sp>
    <dsp:sp modelId="{64E90C67-582A-45B4-9BE1-F4B9148AC9C4}">
      <dsp:nvSpPr>
        <dsp:cNvPr id="0" name=""/>
        <dsp:cNvSpPr/>
      </dsp:nvSpPr>
      <dsp:spPr>
        <a:xfrm>
          <a:off x="6639389" y="1583178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BE455-C1AD-44B2-B708-11FA1D8DCC63}">
      <dsp:nvSpPr>
        <dsp:cNvPr id="0" name=""/>
        <dsp:cNvSpPr/>
      </dsp:nvSpPr>
      <dsp:spPr>
        <a:xfrm>
          <a:off x="6808221" y="1752010"/>
          <a:ext cx="466297" cy="46629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CACD5-622D-4C68-AB4A-0CF6EAEADB89}">
      <dsp:nvSpPr>
        <dsp:cNvPr id="0" name=""/>
        <dsp:cNvSpPr/>
      </dsp:nvSpPr>
      <dsp:spPr>
        <a:xfrm>
          <a:off x="7615627" y="1583178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Secure Authentication &amp; Validation</a:t>
          </a:r>
          <a:br>
            <a:rPr lang="en-US" sz="1100" b="0" i="0" kern="1200" baseline="0" dirty="0"/>
          </a:br>
          <a:r>
            <a:rPr lang="en-US" sz="1100" b="0" i="0" kern="1200" baseline="0" dirty="0"/>
            <a:t>Firebase Auth + client-side and server-side checks.</a:t>
          </a:r>
          <a:endParaRPr lang="en-US" sz="1100" kern="1200" dirty="0"/>
        </a:p>
      </dsp:txBody>
      <dsp:txXfrm>
        <a:off x="7615627" y="1583178"/>
        <a:ext cx="1895051" cy="803961"/>
      </dsp:txXfrm>
    </dsp:sp>
    <dsp:sp modelId="{9118D445-4144-4384-93F5-B4AC65D9572C}">
      <dsp:nvSpPr>
        <dsp:cNvPr id="0" name=""/>
        <dsp:cNvSpPr/>
      </dsp:nvSpPr>
      <dsp:spPr>
        <a:xfrm>
          <a:off x="236412" y="3062093"/>
          <a:ext cx="803961" cy="803961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CCDEC-1467-4287-A960-756E45728B9B}">
      <dsp:nvSpPr>
        <dsp:cNvPr id="0" name=""/>
        <dsp:cNvSpPr/>
      </dsp:nvSpPr>
      <dsp:spPr>
        <a:xfrm>
          <a:off x="405244" y="3230925"/>
          <a:ext cx="466297" cy="46629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4890B-5544-49A3-9904-916097298C97}">
      <dsp:nvSpPr>
        <dsp:cNvPr id="0" name=""/>
        <dsp:cNvSpPr/>
      </dsp:nvSpPr>
      <dsp:spPr>
        <a:xfrm>
          <a:off x="1212651" y="3062093"/>
          <a:ext cx="1895051" cy="803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UI/UX Optimization</a:t>
          </a:r>
          <a:br>
            <a:rPr lang="en-US" sz="1100" b="0" i="0" kern="1200" baseline="0"/>
          </a:br>
          <a:r>
            <a:rPr lang="en-US" sz="1100" b="0" i="0" kern="1200" baseline="0"/>
            <a:t>Responsive layout, reusable components, modals, cards, dashboards, charts.</a:t>
          </a:r>
          <a:endParaRPr lang="en-US" sz="1100" kern="1200"/>
        </a:p>
      </dsp:txBody>
      <dsp:txXfrm>
        <a:off x="1212651" y="3062093"/>
        <a:ext cx="1895051" cy="8039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A0525-501F-4AD6-807A-250443368D07}">
      <dsp:nvSpPr>
        <dsp:cNvPr id="0" name=""/>
        <dsp:cNvSpPr/>
      </dsp:nvSpPr>
      <dsp:spPr>
        <a:xfrm>
          <a:off x="4388" y="130071"/>
          <a:ext cx="2638580" cy="898198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Frontend</a:t>
          </a:r>
          <a:endParaRPr lang="en-US" sz="2500" kern="1200" dirty="0"/>
        </a:p>
      </dsp:txBody>
      <dsp:txXfrm>
        <a:off x="4388" y="130071"/>
        <a:ext cx="2638580" cy="898198"/>
      </dsp:txXfrm>
    </dsp:sp>
    <dsp:sp modelId="{3F9214E5-2BCE-4533-A595-87A768B85515}">
      <dsp:nvSpPr>
        <dsp:cNvPr id="0" name=""/>
        <dsp:cNvSpPr/>
      </dsp:nvSpPr>
      <dsp:spPr>
        <a:xfrm>
          <a:off x="4388" y="1028270"/>
          <a:ext cx="2638580" cy="3612194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React (Vite)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React Router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Tailwind CSS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HeroIcons</a:t>
          </a:r>
          <a:endParaRPr lang="en-US" sz="2500" kern="1200"/>
        </a:p>
      </dsp:txBody>
      <dsp:txXfrm>
        <a:off x="4388" y="1028270"/>
        <a:ext cx="2638580" cy="3612194"/>
      </dsp:txXfrm>
    </dsp:sp>
    <dsp:sp modelId="{50D7C649-997A-4283-81DD-97C49546BDDA}">
      <dsp:nvSpPr>
        <dsp:cNvPr id="0" name=""/>
        <dsp:cNvSpPr/>
      </dsp:nvSpPr>
      <dsp:spPr>
        <a:xfrm>
          <a:off x="3012369" y="130071"/>
          <a:ext cx="2638580" cy="898198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Backend / Cloud</a:t>
          </a:r>
          <a:endParaRPr lang="en-US" sz="2500" kern="1200" dirty="0"/>
        </a:p>
      </dsp:txBody>
      <dsp:txXfrm>
        <a:off x="3012369" y="130071"/>
        <a:ext cx="2638580" cy="898198"/>
      </dsp:txXfrm>
    </dsp:sp>
    <dsp:sp modelId="{239C08B6-BCF3-4D0E-96B1-11CFC8DC1F6E}">
      <dsp:nvSpPr>
        <dsp:cNvPr id="0" name=""/>
        <dsp:cNvSpPr/>
      </dsp:nvSpPr>
      <dsp:spPr>
        <a:xfrm>
          <a:off x="3012369" y="1028270"/>
          <a:ext cx="2638580" cy="3612194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Firebase Authentication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 dirty="0"/>
            <a:t>Cloud Firestore Database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Firebase Security Rules</a:t>
          </a:r>
          <a:endParaRPr lang="en-US" sz="2500" kern="1200"/>
        </a:p>
      </dsp:txBody>
      <dsp:txXfrm>
        <a:off x="3012369" y="1028270"/>
        <a:ext cx="2638580" cy="3612194"/>
      </dsp:txXfrm>
    </dsp:sp>
    <dsp:sp modelId="{A07746F1-16F5-4240-8B88-24822FB492F6}">
      <dsp:nvSpPr>
        <dsp:cNvPr id="0" name=""/>
        <dsp:cNvSpPr/>
      </dsp:nvSpPr>
      <dsp:spPr>
        <a:xfrm>
          <a:off x="6020350" y="130071"/>
          <a:ext cx="2638580" cy="898198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Utilities</a:t>
          </a:r>
          <a:endParaRPr lang="en-US" sz="2500" kern="1200"/>
        </a:p>
      </dsp:txBody>
      <dsp:txXfrm>
        <a:off x="6020350" y="130071"/>
        <a:ext cx="2638580" cy="898198"/>
      </dsp:txXfrm>
    </dsp:sp>
    <dsp:sp modelId="{C78E7C58-7194-478D-94B8-9F817A13ED6B}">
      <dsp:nvSpPr>
        <dsp:cNvPr id="0" name=""/>
        <dsp:cNvSpPr/>
      </dsp:nvSpPr>
      <dsp:spPr>
        <a:xfrm>
          <a:off x="6020350" y="1028270"/>
          <a:ext cx="2638580" cy="3612194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 dirty="0" err="1"/>
            <a:t>EmailJS</a:t>
          </a:r>
          <a:r>
            <a:rPr lang="en-US" sz="2500" b="0" i="0" kern="1200" baseline="0" dirty="0"/>
            <a:t> for email notifications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Chart.js / Recharts for graphs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Custom Log System for audit trails</a:t>
          </a:r>
          <a:endParaRPr lang="en-US" sz="2500" kern="1200"/>
        </a:p>
      </dsp:txBody>
      <dsp:txXfrm>
        <a:off x="6020350" y="1028270"/>
        <a:ext cx="2638580" cy="3612194"/>
      </dsp:txXfrm>
    </dsp:sp>
    <dsp:sp modelId="{E0A15542-725F-4AB9-9CB9-F44633E54B4F}">
      <dsp:nvSpPr>
        <dsp:cNvPr id="0" name=""/>
        <dsp:cNvSpPr/>
      </dsp:nvSpPr>
      <dsp:spPr>
        <a:xfrm>
          <a:off x="9028331" y="130071"/>
          <a:ext cx="2638580" cy="898198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Development Tools</a:t>
          </a:r>
          <a:endParaRPr lang="en-US" sz="2500" kern="1200"/>
        </a:p>
      </dsp:txBody>
      <dsp:txXfrm>
        <a:off x="9028331" y="130071"/>
        <a:ext cx="2638580" cy="898198"/>
      </dsp:txXfrm>
    </dsp:sp>
    <dsp:sp modelId="{DEDD8FDD-74F9-4D99-B0CD-B24F9DEEED3A}">
      <dsp:nvSpPr>
        <dsp:cNvPr id="0" name=""/>
        <dsp:cNvSpPr/>
      </dsp:nvSpPr>
      <dsp:spPr>
        <a:xfrm>
          <a:off x="9028331" y="1028270"/>
          <a:ext cx="2638580" cy="3612194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VS Code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Git &amp; GitHub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baseline="0"/>
            <a:t>Chrome DevTools</a:t>
          </a:r>
          <a:endParaRPr lang="en-US" sz="2500" kern="1200"/>
        </a:p>
      </dsp:txBody>
      <dsp:txXfrm>
        <a:off x="9028331" y="1028270"/>
        <a:ext cx="2638580" cy="36121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88EAB-754C-4FCC-9675-5EAFE09A4F9F}">
      <dsp:nvSpPr>
        <dsp:cNvPr id="0" name=""/>
        <dsp:cNvSpPr/>
      </dsp:nvSpPr>
      <dsp:spPr>
        <a:xfrm>
          <a:off x="985877" y="453095"/>
          <a:ext cx="1048810" cy="1048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22E2B-DDAE-4B88-B85B-4245D4EF33AE}">
      <dsp:nvSpPr>
        <dsp:cNvPr id="0" name=""/>
        <dsp:cNvSpPr/>
      </dsp:nvSpPr>
      <dsp:spPr>
        <a:xfrm>
          <a:off x="11981" y="1684307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b="1" kern="1200"/>
            <a:t>Admin</a:t>
          </a:r>
          <a:endParaRPr lang="en-US" sz="2900" kern="1200"/>
        </a:p>
      </dsp:txBody>
      <dsp:txXfrm>
        <a:off x="11981" y="1684307"/>
        <a:ext cx="2996602" cy="449490"/>
      </dsp:txXfrm>
    </dsp:sp>
    <dsp:sp modelId="{D64FF887-50E8-4400-B8E6-869DF4B2AF18}">
      <dsp:nvSpPr>
        <dsp:cNvPr id="0" name=""/>
        <dsp:cNvSpPr/>
      </dsp:nvSpPr>
      <dsp:spPr>
        <a:xfrm>
          <a:off x="11981" y="2218635"/>
          <a:ext cx="2996602" cy="247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Teachers (add, edit, delete)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Approve / Reject Student registrations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View Logs (all system actions)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Dashboard with analytics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Receive notifications for student registration</a:t>
          </a:r>
        </a:p>
      </dsp:txBody>
      <dsp:txXfrm>
        <a:off x="11981" y="2218635"/>
        <a:ext cx="2996602" cy="2476341"/>
      </dsp:txXfrm>
    </dsp:sp>
    <dsp:sp modelId="{68C0B986-93D5-4E7F-B86A-41A191275C67}">
      <dsp:nvSpPr>
        <dsp:cNvPr id="0" name=""/>
        <dsp:cNvSpPr/>
      </dsp:nvSpPr>
      <dsp:spPr>
        <a:xfrm>
          <a:off x="4506884" y="453095"/>
          <a:ext cx="1048810" cy="1048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A91FC-274A-4A0B-B001-3FCD5571827F}">
      <dsp:nvSpPr>
        <dsp:cNvPr id="0" name=""/>
        <dsp:cNvSpPr/>
      </dsp:nvSpPr>
      <dsp:spPr>
        <a:xfrm>
          <a:off x="3532988" y="1684307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b="1" kern="1200"/>
            <a:t>Teacher</a:t>
          </a:r>
          <a:endParaRPr lang="en-US" sz="2900" kern="1200"/>
        </a:p>
      </dsp:txBody>
      <dsp:txXfrm>
        <a:off x="3532988" y="1684307"/>
        <a:ext cx="2996602" cy="449490"/>
      </dsp:txXfrm>
    </dsp:sp>
    <dsp:sp modelId="{20618ECE-7514-4A31-9E5F-0581438176F3}">
      <dsp:nvSpPr>
        <dsp:cNvPr id="0" name=""/>
        <dsp:cNvSpPr/>
      </dsp:nvSpPr>
      <dsp:spPr>
        <a:xfrm>
          <a:off x="3532988" y="2218635"/>
          <a:ext cx="2996602" cy="2476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Dashboard with statistics &amp; calendar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availability (auto-delete past slots)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Approve, reject, cancel, or re-approve appointments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Chat with students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profile</a:t>
          </a:r>
        </a:p>
      </dsp:txBody>
      <dsp:txXfrm>
        <a:off x="3532988" y="2218635"/>
        <a:ext cx="2996602" cy="2476341"/>
      </dsp:txXfrm>
    </dsp:sp>
    <dsp:sp modelId="{FE0038A3-7AB6-48A7-AC9C-FBB49B3D2214}">
      <dsp:nvSpPr>
        <dsp:cNvPr id="0" name=""/>
        <dsp:cNvSpPr/>
      </dsp:nvSpPr>
      <dsp:spPr>
        <a:xfrm>
          <a:off x="8574442" y="424602"/>
          <a:ext cx="1048810" cy="1048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D7D73-77E4-4250-B088-A6A023730D01}">
      <dsp:nvSpPr>
        <dsp:cNvPr id="0" name=""/>
        <dsp:cNvSpPr/>
      </dsp:nvSpPr>
      <dsp:spPr>
        <a:xfrm>
          <a:off x="7600546" y="1655813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b="1" kern="1200"/>
            <a:t>Student</a:t>
          </a:r>
          <a:endParaRPr lang="en-US" sz="2900" kern="1200"/>
        </a:p>
      </dsp:txBody>
      <dsp:txXfrm>
        <a:off x="7600546" y="1655813"/>
        <a:ext cx="2996602" cy="449490"/>
      </dsp:txXfrm>
    </dsp:sp>
    <dsp:sp modelId="{4249767F-A8F7-4683-B0BD-A2609B9C9BDC}">
      <dsp:nvSpPr>
        <dsp:cNvPr id="0" name=""/>
        <dsp:cNvSpPr/>
      </dsp:nvSpPr>
      <dsp:spPr>
        <a:xfrm>
          <a:off x="7053996" y="2133154"/>
          <a:ext cx="4089702" cy="2590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Register -&gt; admin approval workflow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Search teachers by name/department/subject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View teacher availability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Book appointments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Track appointment status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Chat with teachers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profile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Dashboard with calendar, suggestions</a:t>
          </a:r>
        </a:p>
      </dsp:txBody>
      <dsp:txXfrm>
        <a:off x="7053996" y="2133154"/>
        <a:ext cx="4089702" cy="25903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E63E8-8958-4E0E-9F73-08C89C050A2F}">
      <dsp:nvSpPr>
        <dsp:cNvPr id="0" name=""/>
        <dsp:cNvSpPr/>
      </dsp:nvSpPr>
      <dsp:spPr>
        <a:xfrm>
          <a:off x="884427" y="9738"/>
          <a:ext cx="1510523" cy="14704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7CC74-854C-479B-8112-5FE8826C9143}">
      <dsp:nvSpPr>
        <dsp:cNvPr id="0" name=""/>
        <dsp:cNvSpPr/>
      </dsp:nvSpPr>
      <dsp:spPr>
        <a:xfrm>
          <a:off x="884427" y="1660551"/>
          <a:ext cx="4315781" cy="6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Role-Based Access Control (RBAC)</a:t>
          </a:r>
        </a:p>
      </dsp:txBody>
      <dsp:txXfrm>
        <a:off x="884427" y="1660551"/>
        <a:ext cx="4315781" cy="630184"/>
      </dsp:txXfrm>
    </dsp:sp>
    <dsp:sp modelId="{A6469265-9A71-491D-BB70-DEB4309093A9}">
      <dsp:nvSpPr>
        <dsp:cNvPr id="0" name=""/>
        <dsp:cNvSpPr/>
      </dsp:nvSpPr>
      <dsp:spPr>
        <a:xfrm>
          <a:off x="884427" y="2374635"/>
          <a:ext cx="4315781" cy="1924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Admin: Full access to users, logs, teacher management, student approvals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Teacher: Can access schedule, appointments, messages, profile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Student: Can book, search, view appointments, chat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Firestore Security Rules (simplified)</a:t>
          </a:r>
        </a:p>
      </dsp:txBody>
      <dsp:txXfrm>
        <a:off x="884427" y="2374635"/>
        <a:ext cx="4315781" cy="1924944"/>
      </dsp:txXfrm>
    </dsp:sp>
    <dsp:sp modelId="{C5422092-037C-459E-B276-201D59F31496}">
      <dsp:nvSpPr>
        <dsp:cNvPr id="0" name=""/>
        <dsp:cNvSpPr/>
      </dsp:nvSpPr>
      <dsp:spPr>
        <a:xfrm>
          <a:off x="5955470" y="9738"/>
          <a:ext cx="1510523" cy="14704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11060-A387-4513-BD28-92C157AFEC1F}">
      <dsp:nvSpPr>
        <dsp:cNvPr id="0" name=""/>
        <dsp:cNvSpPr/>
      </dsp:nvSpPr>
      <dsp:spPr>
        <a:xfrm>
          <a:off x="5955470" y="1660551"/>
          <a:ext cx="4315781" cy="6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Users can modify only their own profile</a:t>
          </a:r>
        </a:p>
      </dsp:txBody>
      <dsp:txXfrm>
        <a:off x="5955470" y="1660551"/>
        <a:ext cx="4315781" cy="630184"/>
      </dsp:txXfrm>
    </dsp:sp>
    <dsp:sp modelId="{91C16FAC-7FF4-465C-8C6C-4F08C21E5A82}">
      <dsp:nvSpPr>
        <dsp:cNvPr id="0" name=""/>
        <dsp:cNvSpPr/>
      </dsp:nvSpPr>
      <dsp:spPr>
        <a:xfrm>
          <a:off x="5955470" y="2374635"/>
          <a:ext cx="4315781" cy="1924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Admin can modify teachers and can approve student registration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Students can create appointments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Only teachers assigned to an appointment can modify status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Notifications readable only by relevant user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Logs readable only by admin</a:t>
          </a:r>
        </a:p>
      </dsp:txBody>
      <dsp:txXfrm>
        <a:off x="5955470" y="2374635"/>
        <a:ext cx="4315781" cy="19249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BE400-44F9-4690-B373-D54921D88D6F}">
      <dsp:nvSpPr>
        <dsp:cNvPr id="0" name=""/>
        <dsp:cNvSpPr/>
      </dsp:nvSpPr>
      <dsp:spPr>
        <a:xfrm>
          <a:off x="12580" y="619975"/>
          <a:ext cx="2765420" cy="829626"/>
        </a:xfrm>
        <a:prstGeom prst="chevron">
          <a:avLst>
            <a:gd name="adj" fmla="val 30000"/>
          </a:avLst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36" tIns="102436" rIns="102436" bIns="1024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b="1" kern="1200"/>
            <a:t>Admin</a:t>
          </a:r>
          <a:endParaRPr lang="en-US" sz="2800" kern="1200"/>
        </a:p>
      </dsp:txBody>
      <dsp:txXfrm>
        <a:off x="261468" y="619975"/>
        <a:ext cx="2267644" cy="829626"/>
      </dsp:txXfrm>
    </dsp:sp>
    <dsp:sp modelId="{59FB9752-9CE7-4454-AAD3-F7F97434058C}">
      <dsp:nvSpPr>
        <dsp:cNvPr id="0" name=""/>
        <dsp:cNvSpPr/>
      </dsp:nvSpPr>
      <dsp:spPr>
        <a:xfrm>
          <a:off x="12580" y="1449601"/>
          <a:ext cx="2516532" cy="1702233"/>
        </a:xfrm>
        <a:prstGeom prst="rect">
          <a:avLst/>
        </a:prstGeom>
        <a:solidFill>
          <a:schemeClr val="bg2">
            <a:lumMod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62" tIns="198862" rIns="198862" bIns="39772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AdminDashboard.jsx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ManageTeacher.jsx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ApproveStudents.jsx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Logs.jsx</a:t>
          </a:r>
          <a:endParaRPr lang="en-US" sz="1500" kern="1200"/>
        </a:p>
      </dsp:txBody>
      <dsp:txXfrm>
        <a:off x="12580" y="1449601"/>
        <a:ext cx="2516532" cy="1702233"/>
      </dsp:txXfrm>
    </dsp:sp>
    <dsp:sp modelId="{0952DB25-FE22-4EF2-97B5-590314537474}">
      <dsp:nvSpPr>
        <dsp:cNvPr id="0" name=""/>
        <dsp:cNvSpPr/>
      </dsp:nvSpPr>
      <dsp:spPr>
        <a:xfrm>
          <a:off x="2723438" y="619975"/>
          <a:ext cx="2765420" cy="829626"/>
        </a:xfrm>
        <a:prstGeom prst="chevron">
          <a:avLst>
            <a:gd name="adj" fmla="val 30000"/>
          </a:avLst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36" tIns="102436" rIns="102436" bIns="1024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b="1" kern="1200"/>
            <a:t>Teacher</a:t>
          </a:r>
          <a:endParaRPr lang="en-US" sz="2800" kern="1200"/>
        </a:p>
      </dsp:txBody>
      <dsp:txXfrm>
        <a:off x="2972326" y="619975"/>
        <a:ext cx="2267644" cy="829626"/>
      </dsp:txXfrm>
    </dsp:sp>
    <dsp:sp modelId="{1B3D4013-3732-4796-8507-09C356E03F0F}">
      <dsp:nvSpPr>
        <dsp:cNvPr id="0" name=""/>
        <dsp:cNvSpPr/>
      </dsp:nvSpPr>
      <dsp:spPr>
        <a:xfrm>
          <a:off x="2723438" y="1449601"/>
          <a:ext cx="2516532" cy="1702233"/>
        </a:xfrm>
        <a:prstGeom prst="rect">
          <a:avLst/>
        </a:prstGeom>
        <a:solidFill>
          <a:schemeClr val="bg2">
            <a:lumMod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62" tIns="198862" rIns="198862" bIns="39772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TeacherDashboard.jsx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TeacherSchedule.jsx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TeacherAppointments.jsx</a:t>
          </a:r>
          <a:endParaRPr lang="en-US" sz="1500" kern="1200"/>
        </a:p>
      </dsp:txBody>
      <dsp:txXfrm>
        <a:off x="2723438" y="1449601"/>
        <a:ext cx="2516532" cy="1702233"/>
      </dsp:txXfrm>
    </dsp:sp>
    <dsp:sp modelId="{C27DEBC1-9B26-477B-AB6E-C4247AE5A81F}">
      <dsp:nvSpPr>
        <dsp:cNvPr id="0" name=""/>
        <dsp:cNvSpPr/>
      </dsp:nvSpPr>
      <dsp:spPr>
        <a:xfrm>
          <a:off x="5434296" y="619975"/>
          <a:ext cx="2765420" cy="829626"/>
        </a:xfrm>
        <a:prstGeom prst="chevron">
          <a:avLst>
            <a:gd name="adj" fmla="val 30000"/>
          </a:avLst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36" tIns="102436" rIns="102436" bIns="1024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b="1" kern="1200"/>
            <a:t>Student</a:t>
          </a:r>
          <a:endParaRPr lang="en-US" sz="2800" kern="1200"/>
        </a:p>
      </dsp:txBody>
      <dsp:txXfrm>
        <a:off x="5683184" y="619975"/>
        <a:ext cx="2267644" cy="829626"/>
      </dsp:txXfrm>
    </dsp:sp>
    <dsp:sp modelId="{6C8D2C3C-2DE6-4B2A-8D83-93D1BB7AA157}">
      <dsp:nvSpPr>
        <dsp:cNvPr id="0" name=""/>
        <dsp:cNvSpPr/>
      </dsp:nvSpPr>
      <dsp:spPr>
        <a:xfrm>
          <a:off x="5434296" y="1449601"/>
          <a:ext cx="2516532" cy="1702233"/>
        </a:xfrm>
        <a:prstGeom prst="rect">
          <a:avLst/>
        </a:prstGeom>
        <a:solidFill>
          <a:schemeClr val="bg2">
            <a:lumMod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62" tIns="198862" rIns="198862" bIns="39772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StudentDashboard.jsx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TeacherSearch.jsx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BookAppointment.jsx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MyAppointments.jsx</a:t>
          </a:r>
          <a:endParaRPr lang="en-US" sz="1500" kern="1200"/>
        </a:p>
      </dsp:txBody>
      <dsp:txXfrm>
        <a:off x="5434296" y="1449601"/>
        <a:ext cx="2516532" cy="1702233"/>
      </dsp:txXfrm>
    </dsp:sp>
    <dsp:sp modelId="{B48C1EF3-BF1D-4206-8942-737BB3829EB2}">
      <dsp:nvSpPr>
        <dsp:cNvPr id="0" name=""/>
        <dsp:cNvSpPr/>
      </dsp:nvSpPr>
      <dsp:spPr>
        <a:xfrm>
          <a:off x="8145154" y="619975"/>
          <a:ext cx="2765420" cy="829626"/>
        </a:xfrm>
        <a:prstGeom prst="chevron">
          <a:avLst>
            <a:gd name="adj" fmla="val 30000"/>
          </a:avLst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36" tIns="102436" rIns="102436" bIns="1024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b="1" kern="1200" dirty="0"/>
            <a:t>Common</a:t>
          </a:r>
          <a:endParaRPr lang="en-US" sz="2800" kern="1200" dirty="0"/>
        </a:p>
      </dsp:txBody>
      <dsp:txXfrm>
        <a:off x="8394042" y="619975"/>
        <a:ext cx="2267644" cy="829626"/>
      </dsp:txXfrm>
    </dsp:sp>
    <dsp:sp modelId="{685D038C-D51A-4771-9D17-7EE3693DB400}">
      <dsp:nvSpPr>
        <dsp:cNvPr id="0" name=""/>
        <dsp:cNvSpPr/>
      </dsp:nvSpPr>
      <dsp:spPr>
        <a:xfrm>
          <a:off x="8145154" y="1449601"/>
          <a:ext cx="2516532" cy="1702233"/>
        </a:xfrm>
        <a:prstGeom prst="rect">
          <a:avLst/>
        </a:prstGeom>
        <a:solidFill>
          <a:schemeClr val="bg2">
            <a:lumMod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62" tIns="198862" rIns="198862" bIns="39772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messages.jsx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AllNotifications.jsx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Profile.jsx</a:t>
          </a:r>
          <a:endParaRPr lang="en-US" sz="1500" kern="1200"/>
        </a:p>
      </dsp:txBody>
      <dsp:txXfrm>
        <a:off x="8145154" y="1449601"/>
        <a:ext cx="2516532" cy="17022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E3F98-2EC2-4609-B6FE-7C0687102256}">
      <dsp:nvSpPr>
        <dsp:cNvPr id="0" name=""/>
        <dsp:cNvSpPr/>
      </dsp:nvSpPr>
      <dsp:spPr>
        <a:xfrm>
          <a:off x="0" y="2198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324D1-E627-4A46-AAC7-1879AEB0D2E7}">
      <dsp:nvSpPr>
        <dsp:cNvPr id="0" name=""/>
        <dsp:cNvSpPr/>
      </dsp:nvSpPr>
      <dsp:spPr>
        <a:xfrm>
          <a:off x="0" y="2198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users</a:t>
          </a:r>
          <a:r>
            <a:rPr lang="en-US" sz="2400" kern="1200" dirty="0"/>
            <a:t>:  </a:t>
          </a:r>
          <a:r>
            <a:rPr lang="en-US" sz="2400" kern="1200" dirty="0" err="1"/>
            <a:t>uid</a:t>
          </a:r>
          <a:r>
            <a:rPr lang="en-US" sz="2400" kern="1200" dirty="0"/>
            <a:t>, name, email, role, status, subject, department, </a:t>
          </a:r>
          <a:r>
            <a:rPr lang="en-US" sz="2400" kern="1200" dirty="0" err="1"/>
            <a:t>studentId</a:t>
          </a:r>
          <a:r>
            <a:rPr lang="en-US" sz="2400" kern="1200" dirty="0"/>
            <a:t>, </a:t>
          </a:r>
          <a:r>
            <a:rPr lang="en-US" sz="2400" kern="1200" dirty="0" err="1"/>
            <a:t>createdAt</a:t>
          </a:r>
          <a:endParaRPr lang="en-US" sz="2400" kern="1200" dirty="0"/>
        </a:p>
      </dsp:txBody>
      <dsp:txXfrm>
        <a:off x="0" y="2198"/>
        <a:ext cx="10756900" cy="749697"/>
      </dsp:txXfrm>
    </dsp:sp>
    <dsp:sp modelId="{7A8943FA-32B9-41D9-AB77-AEC4B6F788E8}">
      <dsp:nvSpPr>
        <dsp:cNvPr id="0" name=""/>
        <dsp:cNvSpPr/>
      </dsp:nvSpPr>
      <dsp:spPr>
        <a:xfrm>
          <a:off x="0" y="751896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D7335-CD31-42EA-BCA3-F758F91AC920}">
      <dsp:nvSpPr>
        <dsp:cNvPr id="0" name=""/>
        <dsp:cNvSpPr/>
      </dsp:nvSpPr>
      <dsp:spPr>
        <a:xfrm>
          <a:off x="0" y="751896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b="1" kern="1200" dirty="0"/>
            <a:t>appointments</a:t>
          </a:r>
          <a:r>
            <a:rPr lang="en-NZ" sz="2400" kern="1200" dirty="0"/>
            <a:t>: </a:t>
          </a:r>
          <a:r>
            <a:rPr lang="en-US" sz="2400" kern="1200" dirty="0" err="1"/>
            <a:t>studentUid</a:t>
          </a:r>
          <a:r>
            <a:rPr lang="en-US" sz="2400" kern="1200" dirty="0"/>
            <a:t>, </a:t>
          </a:r>
          <a:r>
            <a:rPr lang="en-US" sz="2400" kern="1200" dirty="0" err="1"/>
            <a:t>teacherUid</a:t>
          </a:r>
          <a:r>
            <a:rPr lang="en-US" sz="2400" kern="1200" dirty="0"/>
            <a:t>, date, slot, purpose, status, </a:t>
          </a:r>
          <a:r>
            <a:rPr lang="en-US" sz="2400" kern="1200" dirty="0" err="1"/>
            <a:t>createdAt</a:t>
          </a:r>
          <a:endParaRPr lang="en-US" sz="2400" kern="1200" dirty="0"/>
        </a:p>
      </dsp:txBody>
      <dsp:txXfrm>
        <a:off x="0" y="751896"/>
        <a:ext cx="10756900" cy="749697"/>
      </dsp:txXfrm>
    </dsp:sp>
    <dsp:sp modelId="{119781C7-0FE3-4D3D-A073-C3D39E6DAC66}">
      <dsp:nvSpPr>
        <dsp:cNvPr id="0" name=""/>
        <dsp:cNvSpPr/>
      </dsp:nvSpPr>
      <dsp:spPr>
        <a:xfrm>
          <a:off x="0" y="1501593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320DC-D62E-4238-B0D8-9D4309D15B39}">
      <dsp:nvSpPr>
        <dsp:cNvPr id="0" name=""/>
        <dsp:cNvSpPr/>
      </dsp:nvSpPr>
      <dsp:spPr>
        <a:xfrm>
          <a:off x="0" y="1501593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b="1" kern="1200" dirty="0"/>
            <a:t>teachers/{id}/availability/{slot}: </a:t>
          </a:r>
          <a:r>
            <a:rPr lang="en-NZ" sz="2400" kern="1200" dirty="0"/>
            <a:t>date, slot, </a:t>
          </a:r>
          <a:r>
            <a:rPr lang="en-NZ" sz="2400" kern="1200" dirty="0" err="1"/>
            <a:t>createdAt</a:t>
          </a:r>
          <a:endParaRPr lang="en-US" sz="2400" kern="1200" dirty="0"/>
        </a:p>
      </dsp:txBody>
      <dsp:txXfrm>
        <a:off x="0" y="1501593"/>
        <a:ext cx="10756900" cy="749697"/>
      </dsp:txXfrm>
    </dsp:sp>
    <dsp:sp modelId="{8C3021B9-18F8-4247-B335-3DA816818597}">
      <dsp:nvSpPr>
        <dsp:cNvPr id="0" name=""/>
        <dsp:cNvSpPr/>
      </dsp:nvSpPr>
      <dsp:spPr>
        <a:xfrm>
          <a:off x="0" y="2251291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BAB89-F959-4DBF-B6E8-405B55D5D0D0}">
      <dsp:nvSpPr>
        <dsp:cNvPr id="0" name=""/>
        <dsp:cNvSpPr/>
      </dsp:nvSpPr>
      <dsp:spPr>
        <a:xfrm>
          <a:off x="0" y="2251291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b="1" kern="1200" dirty="0"/>
            <a:t>messages</a:t>
          </a:r>
          <a:r>
            <a:rPr lang="en-NZ" sz="2400" kern="1200" dirty="0"/>
            <a:t>:  </a:t>
          </a:r>
          <a:r>
            <a:rPr lang="en-US" sz="2400" kern="1200" dirty="0" err="1"/>
            <a:t>fromUid</a:t>
          </a:r>
          <a:r>
            <a:rPr lang="en-US" sz="2400" kern="1200" dirty="0"/>
            <a:t>, </a:t>
          </a:r>
          <a:r>
            <a:rPr lang="en-US" sz="2400" kern="1200" dirty="0" err="1"/>
            <a:t>toUid</a:t>
          </a:r>
          <a:r>
            <a:rPr lang="en-US" sz="2400" kern="1200" dirty="0"/>
            <a:t>, message, read, </a:t>
          </a:r>
          <a:r>
            <a:rPr lang="en-US" sz="2400" kern="1200" dirty="0" err="1"/>
            <a:t>createdAt</a:t>
          </a:r>
          <a:endParaRPr lang="en-US" sz="2400" kern="1200" dirty="0"/>
        </a:p>
      </dsp:txBody>
      <dsp:txXfrm>
        <a:off x="0" y="2251291"/>
        <a:ext cx="10756900" cy="749697"/>
      </dsp:txXfrm>
    </dsp:sp>
    <dsp:sp modelId="{533F8D01-4EBF-4498-B2CB-022F68D3A2D4}">
      <dsp:nvSpPr>
        <dsp:cNvPr id="0" name=""/>
        <dsp:cNvSpPr/>
      </dsp:nvSpPr>
      <dsp:spPr>
        <a:xfrm>
          <a:off x="0" y="3000989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3BAEA-085B-4354-897C-8204C91206E2}">
      <dsp:nvSpPr>
        <dsp:cNvPr id="0" name=""/>
        <dsp:cNvSpPr/>
      </dsp:nvSpPr>
      <dsp:spPr>
        <a:xfrm>
          <a:off x="0" y="3000989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b="1" kern="1200" dirty="0"/>
            <a:t>notifications</a:t>
          </a:r>
          <a:r>
            <a:rPr lang="en-NZ" sz="2400" kern="1200" dirty="0"/>
            <a:t> : </a:t>
          </a:r>
          <a:r>
            <a:rPr lang="en-NZ" sz="2400" kern="1200" dirty="0" err="1"/>
            <a:t>toUid</a:t>
          </a:r>
          <a:r>
            <a:rPr lang="en-NZ" sz="2400" kern="1200" dirty="0"/>
            <a:t>, message, type, read, </a:t>
          </a:r>
          <a:r>
            <a:rPr lang="en-NZ" sz="2400" kern="1200" dirty="0" err="1"/>
            <a:t>createdAt</a:t>
          </a:r>
          <a:endParaRPr lang="en-US" sz="2400" kern="1200" dirty="0"/>
        </a:p>
      </dsp:txBody>
      <dsp:txXfrm>
        <a:off x="0" y="3000989"/>
        <a:ext cx="10756900" cy="749697"/>
      </dsp:txXfrm>
    </dsp:sp>
    <dsp:sp modelId="{441FAB3A-225C-4AEA-9E51-BC55ACF5D1AC}">
      <dsp:nvSpPr>
        <dsp:cNvPr id="0" name=""/>
        <dsp:cNvSpPr/>
      </dsp:nvSpPr>
      <dsp:spPr>
        <a:xfrm>
          <a:off x="0" y="3750686"/>
          <a:ext cx="107569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B22FC-4593-4304-B3DF-4F345BFF2810}">
      <dsp:nvSpPr>
        <dsp:cNvPr id="0" name=""/>
        <dsp:cNvSpPr/>
      </dsp:nvSpPr>
      <dsp:spPr>
        <a:xfrm>
          <a:off x="0" y="3750686"/>
          <a:ext cx="10756900" cy="7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b="1" kern="1200" dirty="0"/>
            <a:t>logs</a:t>
          </a:r>
          <a:r>
            <a:rPr lang="en-NZ" sz="2400" kern="1200" dirty="0"/>
            <a:t>: action, message, by, </a:t>
          </a:r>
          <a:r>
            <a:rPr lang="en-NZ" sz="2400" kern="1200" dirty="0" err="1"/>
            <a:t>createdAt</a:t>
          </a:r>
          <a:r>
            <a:rPr lang="en-NZ" sz="2400" kern="1200" dirty="0"/>
            <a:t> </a:t>
          </a:r>
          <a:endParaRPr lang="en-US" sz="2400" kern="1200" dirty="0"/>
        </a:p>
      </dsp:txBody>
      <dsp:txXfrm>
        <a:off x="0" y="3750686"/>
        <a:ext cx="10756900" cy="7496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2EA4E-1530-4AED-A172-228198ACCFA2}">
      <dsp:nvSpPr>
        <dsp:cNvPr id="0" name=""/>
        <dsp:cNvSpPr/>
      </dsp:nvSpPr>
      <dsp:spPr>
        <a:xfrm>
          <a:off x="3232" y="595282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Functional Testing: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Verified all user flows for Admin, Teacher, and Student including registration, approval, availability, booking, appointments, chat, notifications, and secure navigation.</a:t>
          </a:r>
        </a:p>
      </dsp:txBody>
      <dsp:txXfrm>
        <a:off x="3232" y="595282"/>
        <a:ext cx="2564422" cy="1538653"/>
      </dsp:txXfrm>
    </dsp:sp>
    <dsp:sp modelId="{144B2710-5381-4C1C-86B0-9F4AADD06DF7}">
      <dsp:nvSpPr>
        <dsp:cNvPr id="0" name=""/>
        <dsp:cNvSpPr/>
      </dsp:nvSpPr>
      <dsp:spPr>
        <a:xfrm>
          <a:off x="2824097" y="595282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UI/UX Testing: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Checked responsiveness, layout consistency, modals, buttons, sidebar behavior, and accessibility across devices.</a:t>
          </a:r>
        </a:p>
      </dsp:txBody>
      <dsp:txXfrm>
        <a:off x="2824097" y="595282"/>
        <a:ext cx="2564422" cy="1538653"/>
      </dsp:txXfrm>
    </dsp:sp>
    <dsp:sp modelId="{EB461923-C068-44E0-9021-30C6DF16F96F}">
      <dsp:nvSpPr>
        <dsp:cNvPr id="0" name=""/>
        <dsp:cNvSpPr/>
      </dsp:nvSpPr>
      <dsp:spPr>
        <a:xfrm>
          <a:off x="5644962" y="595282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Integration Testing: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Ensured proper communication between modules: authentication -&gt; Firestore -&gt; dashboards -&gt; notifications -&gt; chat.</a:t>
          </a:r>
        </a:p>
      </dsp:txBody>
      <dsp:txXfrm>
        <a:off x="5644962" y="595282"/>
        <a:ext cx="2564422" cy="1538653"/>
      </dsp:txXfrm>
    </dsp:sp>
    <dsp:sp modelId="{956229DA-F155-4967-AFA0-E345040DBE04}">
      <dsp:nvSpPr>
        <dsp:cNvPr id="0" name=""/>
        <dsp:cNvSpPr/>
      </dsp:nvSpPr>
      <dsp:spPr>
        <a:xfrm>
          <a:off x="8465826" y="595282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Role-Based Access Testing: </a:t>
          </a:r>
          <a:r>
            <a:rPr lang="en-US" sz="1300" kern="1200"/>
            <a:t>Confirmed that Admin, Teacher, and Student access only their authorized pages and actions.</a:t>
          </a:r>
        </a:p>
      </dsp:txBody>
      <dsp:txXfrm>
        <a:off x="8465826" y="595282"/>
        <a:ext cx="2564422" cy="1538653"/>
      </dsp:txXfrm>
    </dsp:sp>
    <dsp:sp modelId="{71443B36-5101-4A0C-A0F8-D69421FE2944}">
      <dsp:nvSpPr>
        <dsp:cNvPr id="0" name=""/>
        <dsp:cNvSpPr/>
      </dsp:nvSpPr>
      <dsp:spPr>
        <a:xfrm>
          <a:off x="1413664" y="2390378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Data Validation Testing: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Verified required fields, invalid inputs, duplicate handling, and Firestore updates.</a:t>
          </a:r>
        </a:p>
      </dsp:txBody>
      <dsp:txXfrm>
        <a:off x="1413664" y="2390378"/>
        <a:ext cx="2564422" cy="1538653"/>
      </dsp:txXfrm>
    </dsp:sp>
    <dsp:sp modelId="{38475F4C-4037-41AE-93D3-513EA554C512}">
      <dsp:nvSpPr>
        <dsp:cNvPr id="0" name=""/>
        <dsp:cNvSpPr/>
      </dsp:nvSpPr>
      <dsp:spPr>
        <a:xfrm>
          <a:off x="4234529" y="2390378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Negative Testing: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Checked behavior for invalid login, empty forms, missing availability, unreachable network, and Firestore permission errors.</a:t>
          </a:r>
        </a:p>
      </dsp:txBody>
      <dsp:txXfrm>
        <a:off x="4234529" y="2390378"/>
        <a:ext cx="2564422" cy="1538653"/>
      </dsp:txXfrm>
    </dsp:sp>
    <dsp:sp modelId="{74BEDD1C-C238-496D-B06D-B5B8DF26F039}">
      <dsp:nvSpPr>
        <dsp:cNvPr id="0" name=""/>
        <dsp:cNvSpPr/>
      </dsp:nvSpPr>
      <dsp:spPr>
        <a:xfrm>
          <a:off x="7055394" y="2390378"/>
          <a:ext cx="2564422" cy="1538653"/>
        </a:xfrm>
        <a:prstGeom prst="rect">
          <a:avLst/>
        </a:prstGeom>
        <a:solidFill>
          <a:schemeClr val="tx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Security Tests:</a:t>
          </a:r>
        </a:p>
        <a:p>
          <a:pPr marL="57150" lvl="1" indent="-5715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Protected routes redirecting unauthorized users</a:t>
          </a:r>
        </a:p>
        <a:p>
          <a:pPr marL="57150" lvl="1" indent="-5715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Firestore rules enforcing role-based access</a:t>
          </a:r>
        </a:p>
        <a:p>
          <a:pPr marL="57150" lvl="1" indent="-5715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Password reset flow</a:t>
          </a:r>
        </a:p>
      </dsp:txBody>
      <dsp:txXfrm>
        <a:off x="7055394" y="2390378"/>
        <a:ext cx="2564422" cy="1538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2EF0D-9FC5-4753-BAEC-9C17C40F51FC}" type="datetimeFigureOut">
              <a:rPr lang="en-NZ" smtClean="0"/>
              <a:t>9/12/2025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8278-5569-416F-8F14-8EEB0F98A12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3781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test cases are provided separately in the attached Excel sheet.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8278-5569-416F-8F14-8EEB0F98A12D}" type="slidenum">
              <a:rPr lang="en-NZ" smtClean="0"/>
              <a:t>21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7327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0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8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9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3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4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8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2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4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FBAC891A-2D95-A403-CE29-7E5CE2F2AF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5341B-15B8-5471-0F28-8B4DF6DF7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10939839" cy="3290107"/>
          </a:xfrm>
        </p:spPr>
        <p:txBody>
          <a:bodyPr anchor="t">
            <a:normAutofit/>
          </a:bodyPr>
          <a:lstStyle/>
          <a:p>
            <a:r>
              <a:rPr lang="en-US" sz="6000" dirty="0" err="1">
                <a:solidFill>
                  <a:srgbClr val="FFFFFF"/>
                </a:solidFill>
              </a:rPr>
              <a:t>AppointMe</a:t>
            </a:r>
            <a:r>
              <a:rPr lang="en-US" sz="6000" dirty="0">
                <a:solidFill>
                  <a:srgbClr val="FFFFFF"/>
                </a:solidFill>
              </a:rPr>
              <a:t> – </a:t>
            </a:r>
            <a:r>
              <a:rPr lang="en-US" sz="4400" dirty="0">
                <a:solidFill>
                  <a:srgbClr val="FFFFFF"/>
                </a:solidFill>
              </a:rPr>
              <a:t>Student-Teacher Appointment System</a:t>
            </a:r>
            <a:br>
              <a:rPr lang="en-US" sz="6000" dirty="0">
                <a:solidFill>
                  <a:srgbClr val="FFFFFF"/>
                </a:solidFill>
              </a:rPr>
            </a:br>
            <a:endParaRPr lang="en-NZ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F9D1B-6565-6767-662C-8548EC837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3429000"/>
            <a:ext cx="10939838" cy="277747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Domain: Frontend Development</a:t>
            </a:r>
          </a:p>
          <a:p>
            <a:r>
              <a:rPr lang="en-US" sz="2400" dirty="0">
                <a:solidFill>
                  <a:srgbClr val="FFFFFF"/>
                </a:solidFill>
              </a:rPr>
              <a:t>Tech Stack: React, Tailwind CSS, Firebase Auth, Firestore, </a:t>
            </a:r>
            <a:r>
              <a:rPr lang="en-US" sz="2400" dirty="0" err="1">
                <a:solidFill>
                  <a:srgbClr val="FFFFFF"/>
                </a:solidFill>
              </a:rPr>
              <a:t>EmailJS</a:t>
            </a:r>
            <a:r>
              <a:rPr lang="en-US" sz="2400" dirty="0">
                <a:solidFill>
                  <a:srgbClr val="FFFFFF"/>
                </a:solidFill>
              </a:rPr>
              <a:t>, </a:t>
            </a:r>
            <a:r>
              <a:rPr lang="en-US" sz="2400" dirty="0" err="1">
                <a:solidFill>
                  <a:srgbClr val="FFFFFF"/>
                </a:solidFill>
              </a:rPr>
              <a:t>HeroIcons</a:t>
            </a:r>
            <a:endParaRPr lang="en-US" sz="2400" dirty="0">
              <a:solidFill>
                <a:srgbClr val="FFFFFF"/>
              </a:solidFill>
            </a:endParaRPr>
          </a:p>
          <a:p>
            <a:endParaRPr lang="en-NZ" sz="2400" dirty="0">
              <a:solidFill>
                <a:srgbClr val="FFFFFF"/>
              </a:solidFill>
            </a:endParaRPr>
          </a:p>
          <a:p>
            <a:pPr algn="r"/>
            <a:r>
              <a:rPr lang="en-NZ" sz="2400" dirty="0">
                <a:solidFill>
                  <a:srgbClr val="FFFFFF"/>
                </a:solidFill>
              </a:rPr>
              <a:t>By: Krishna </a:t>
            </a:r>
            <a:r>
              <a:rPr lang="en-NZ" sz="2400" dirty="0" err="1">
                <a:solidFill>
                  <a:srgbClr val="FFFFFF"/>
                </a:solidFill>
              </a:rPr>
              <a:t>Rajeshbhai</a:t>
            </a:r>
            <a:r>
              <a:rPr lang="en-NZ" sz="2400" dirty="0">
                <a:solidFill>
                  <a:srgbClr val="FFFFFF"/>
                </a:solidFill>
              </a:rPr>
              <a:t> Khokhariya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9A7A8-EF88-A098-D43E-746A3F0E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A20D4-601C-4703-DD6C-CDA4F632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82CE3-35BB-A022-42D3-5B7FEE8F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>
            <a:normAutofit/>
          </a:bodyPr>
          <a:lstStyle/>
          <a:p>
            <a:r>
              <a:rPr lang="en-US" dirty="0" err="1"/>
              <a:t>AppointMe</a:t>
            </a:r>
            <a:r>
              <a:rPr lang="en-US" dirty="0"/>
              <a:t> is a web-based appointment management system designed for academic institutions.</a:t>
            </a:r>
            <a:br>
              <a:rPr lang="en-US" dirty="0"/>
            </a:br>
            <a:r>
              <a:rPr lang="en-US" dirty="0"/>
              <a:t>It streamlines communication and scheduling between students, teachers, and administrators, providing registration approvals from admin, appointment approval from teachers, real-time notifications, chat, availability management, and a role-based dashboard system.</a:t>
            </a:r>
          </a:p>
          <a:p>
            <a:r>
              <a:rPr lang="en-US" dirty="0"/>
              <a:t>It solves common institutional challenges like manual appointment booking, inconsistent communication, and lack of traceability by implementing a modern, centralized, and scalable scheduling platform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7658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6CFDB-3FE2-5194-9D2A-FB539F2C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1.1 Problem Statement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46A9F-DCC6-501A-C736-3B80AB987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 lnSpcReduction="10000"/>
          </a:bodyPr>
          <a:lstStyle/>
          <a:p>
            <a:r>
              <a:rPr lang="en-US" sz="1700" dirty="0"/>
              <a:t>Academic institutions require a structured system to manage student–teacher appointments, avoid scheduling conflicts, provide transparent approval workflows, and maintain communication through messaging &amp; notifications.</a:t>
            </a:r>
          </a:p>
          <a:p>
            <a:r>
              <a:rPr lang="en-US" sz="1700" dirty="0"/>
              <a:t>Manual scheduling leads 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dirty="0"/>
              <a:t>Appointment clashes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dirty="0"/>
              <a:t>No structured approval workflow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dirty="0"/>
              <a:t>No centralized availability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dirty="0"/>
              <a:t>No logs or auditing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dirty="0"/>
              <a:t>No notification or messaging system</a:t>
            </a:r>
          </a:p>
          <a:p>
            <a:r>
              <a:rPr lang="en-US" sz="1700" b="1" dirty="0"/>
              <a:t>Goal:</a:t>
            </a:r>
            <a:br>
              <a:rPr lang="en-US" sz="1700" dirty="0"/>
            </a:br>
            <a:r>
              <a:rPr lang="en-US" sz="1700" dirty="0"/>
              <a:t>Build a scalable system that manages the entire appointment lifecycle — from availability to booking to approval and communication — while ensuring transparency and efficiency.</a:t>
            </a:r>
          </a:p>
          <a:p>
            <a:pPr marL="0" indent="0">
              <a:buNone/>
            </a:pPr>
            <a:endParaRPr lang="en-NZ" sz="17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8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919CA-4E46-D486-58AC-634A7D13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8553C-CB98-9BF4-76A1-D3D5D190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1.2 Objective</a:t>
            </a:r>
            <a:endParaRPr lang="en-NZ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CA36900F-8730-ED84-A759-B9D9BC38A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6848B-697F-8EA1-9045-EE024775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Build a seamlessly integrated system where:</a:t>
            </a:r>
          </a:p>
          <a:p>
            <a:pPr lvl="1"/>
            <a:r>
              <a:rPr lang="en-US" dirty="0"/>
              <a:t>Students can find teachers, view availability, book appointments, chat, and track statuses.</a:t>
            </a:r>
          </a:p>
          <a:p>
            <a:pPr lvl="1"/>
            <a:r>
              <a:rPr lang="en-US" dirty="0"/>
              <a:t>Teachers can manage availability, approve/reject appointments, communicate via chat, and view dashboards.</a:t>
            </a:r>
          </a:p>
          <a:p>
            <a:pPr lvl="1"/>
            <a:r>
              <a:rPr lang="en-US" dirty="0"/>
              <a:t>Admin oversees teachers &amp; students, manages registrations, views logs, and maintains the system.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798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2EE6-7590-19F6-DA6E-5EF1F184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5852-1490-4E83-EA64-C1326105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8828"/>
          </a:xfrm>
        </p:spPr>
        <p:txBody>
          <a:bodyPr/>
          <a:lstStyle/>
          <a:p>
            <a:r>
              <a:rPr lang="en-NZ" dirty="0"/>
              <a:t>1.3 Techniques Used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2A363FC-30A4-0A9D-0110-44844CA7DE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941588"/>
              </p:ext>
            </p:extLst>
          </p:nvPr>
        </p:nvGraphicFramePr>
        <p:xfrm>
          <a:off x="521208" y="2172313"/>
          <a:ext cx="9747092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579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4BCD-737B-9B5B-085E-C137E81D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1EB9-ACFE-44CD-B4A9-B3D921CD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3628"/>
          </a:xfrm>
        </p:spPr>
        <p:txBody>
          <a:bodyPr/>
          <a:lstStyle/>
          <a:p>
            <a:r>
              <a:rPr lang="en-US" dirty="0"/>
              <a:t>1.4 Tools Used</a:t>
            </a:r>
            <a:endParaRPr lang="en-NZ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5EDD7DD-271A-6061-D4F0-5BCD8BA48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049247"/>
              </p:ext>
            </p:extLst>
          </p:nvPr>
        </p:nvGraphicFramePr>
        <p:xfrm>
          <a:off x="260350" y="1764239"/>
          <a:ext cx="11671300" cy="4770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285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EAB1-B0A5-BB56-3497-050B37E9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A0A3-2976-57C0-CD8C-780B4C05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1.5 Key Features</a:t>
            </a:r>
            <a:endParaRPr lang="en-NZ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1089B00-602E-B12B-31D2-C14C4BFE1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118431"/>
              </p:ext>
            </p:extLst>
          </p:nvPr>
        </p:nvGraphicFramePr>
        <p:xfrm>
          <a:off x="404275" y="1335855"/>
          <a:ext cx="11155680" cy="5148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116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1D49-2BAB-2824-C42B-7C4A8461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2189-C36B-FC83-2FE2-948DD3EF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 High-level Workflow Implementation</a:t>
            </a:r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91F39-6219-04EF-9992-BC39355E492F}"/>
              </a:ext>
            </a:extLst>
          </p:cNvPr>
          <p:cNvSpPr/>
          <p:nvPr/>
        </p:nvSpPr>
        <p:spPr>
          <a:xfrm>
            <a:off x="734290" y="2500735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Registration</a:t>
            </a:r>
            <a:endParaRPr lang="en-NZ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74A1E-C3AB-8B1B-D0B5-12C11BA40BF1}"/>
              </a:ext>
            </a:extLst>
          </p:cNvPr>
          <p:cNvSpPr/>
          <p:nvPr/>
        </p:nvSpPr>
        <p:spPr>
          <a:xfrm>
            <a:off x="7883236" y="4408780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  <a:endParaRPr lang="en-NZ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D20FA5-2D3E-8E76-6AB8-1E9EDA66687F}"/>
              </a:ext>
            </a:extLst>
          </p:cNvPr>
          <p:cNvSpPr/>
          <p:nvPr/>
        </p:nvSpPr>
        <p:spPr>
          <a:xfrm>
            <a:off x="4308762" y="4428455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Messaging</a:t>
            </a:r>
            <a:endParaRPr lang="en-N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EDF3D4-5475-D8EA-9A28-BF7C250A2746}"/>
              </a:ext>
            </a:extLst>
          </p:cNvPr>
          <p:cNvSpPr/>
          <p:nvPr/>
        </p:nvSpPr>
        <p:spPr>
          <a:xfrm>
            <a:off x="734290" y="4428455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Notifications</a:t>
            </a:r>
            <a:endParaRPr lang="en-NZ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870A1-5D97-ED08-A906-0925B082F04F}"/>
              </a:ext>
            </a:extLst>
          </p:cNvPr>
          <p:cNvSpPr/>
          <p:nvPr/>
        </p:nvSpPr>
        <p:spPr>
          <a:xfrm>
            <a:off x="734290" y="3450879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 Availability</a:t>
            </a:r>
            <a:endParaRPr lang="en-NZ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F377DC-396D-2572-A7A7-3901AFEA6941}"/>
              </a:ext>
            </a:extLst>
          </p:cNvPr>
          <p:cNvSpPr/>
          <p:nvPr/>
        </p:nvSpPr>
        <p:spPr>
          <a:xfrm>
            <a:off x="4308763" y="2500735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 Approval</a:t>
            </a:r>
            <a:endParaRPr lang="en-N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B5A5C4-9D81-0D6F-40E9-DDB2569B628F}"/>
              </a:ext>
            </a:extLst>
          </p:cNvPr>
          <p:cNvSpPr/>
          <p:nvPr/>
        </p:nvSpPr>
        <p:spPr>
          <a:xfrm>
            <a:off x="7883236" y="2500735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Login</a:t>
            </a:r>
            <a:endParaRPr lang="en-NZ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188EEF-A744-69D6-8FE1-D793FA788FA2}"/>
              </a:ext>
            </a:extLst>
          </p:cNvPr>
          <p:cNvSpPr/>
          <p:nvPr/>
        </p:nvSpPr>
        <p:spPr>
          <a:xfrm>
            <a:off x="4350330" y="3450879"/>
            <a:ext cx="2313709" cy="4433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Booking</a:t>
            </a:r>
            <a:endParaRPr lang="en-NZ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17C37A-C562-669D-CAE6-229E3D475CD0}"/>
              </a:ext>
            </a:extLst>
          </p:cNvPr>
          <p:cNvSpPr/>
          <p:nvPr/>
        </p:nvSpPr>
        <p:spPr>
          <a:xfrm>
            <a:off x="7910944" y="3412363"/>
            <a:ext cx="2964874" cy="5442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 Approval/Reject</a:t>
            </a:r>
            <a:endParaRPr lang="en-NZ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38F3F7-835A-5886-2B93-C25B3BE820C8}"/>
              </a:ext>
            </a:extLst>
          </p:cNvPr>
          <p:cNvCxnSpPr/>
          <p:nvPr/>
        </p:nvCxnSpPr>
        <p:spPr>
          <a:xfrm>
            <a:off x="3366655" y="2722408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1A7357-6B7B-1BF0-A794-3E217CB055BD}"/>
              </a:ext>
            </a:extLst>
          </p:cNvPr>
          <p:cNvCxnSpPr/>
          <p:nvPr/>
        </p:nvCxnSpPr>
        <p:spPr>
          <a:xfrm>
            <a:off x="7010401" y="2722408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8C1338-C95B-A50A-7686-C480B0814F82}"/>
              </a:ext>
            </a:extLst>
          </p:cNvPr>
          <p:cNvCxnSpPr/>
          <p:nvPr/>
        </p:nvCxnSpPr>
        <p:spPr>
          <a:xfrm>
            <a:off x="3366655" y="3672552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D7C652-04CF-40EA-2E7A-23442F0B64F0}"/>
              </a:ext>
            </a:extLst>
          </p:cNvPr>
          <p:cNvCxnSpPr/>
          <p:nvPr/>
        </p:nvCxnSpPr>
        <p:spPr>
          <a:xfrm>
            <a:off x="6989619" y="3684467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1D9979-8FB4-D850-9962-D60B3D3C9008}"/>
              </a:ext>
            </a:extLst>
          </p:cNvPr>
          <p:cNvCxnSpPr>
            <a:cxnSpLocks/>
          </p:cNvCxnSpPr>
          <p:nvPr/>
        </p:nvCxnSpPr>
        <p:spPr>
          <a:xfrm>
            <a:off x="3366655" y="4650128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B174C4-002F-AB5B-A089-62FF9DD1EE50}"/>
              </a:ext>
            </a:extLst>
          </p:cNvPr>
          <p:cNvCxnSpPr/>
          <p:nvPr/>
        </p:nvCxnSpPr>
        <p:spPr>
          <a:xfrm>
            <a:off x="6989619" y="4650128"/>
            <a:ext cx="568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8E3E54-DAA0-EB7C-5174-B9C901C89603}"/>
              </a:ext>
            </a:extLst>
          </p:cNvPr>
          <p:cNvCxnSpPr>
            <a:cxnSpLocks/>
          </p:cNvCxnSpPr>
          <p:nvPr/>
        </p:nvCxnSpPr>
        <p:spPr>
          <a:xfrm>
            <a:off x="8555181" y="3041063"/>
            <a:ext cx="0" cy="24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33C7CD-3E04-AA50-4714-559664110009}"/>
              </a:ext>
            </a:extLst>
          </p:cNvPr>
          <p:cNvCxnSpPr>
            <a:cxnSpLocks/>
          </p:cNvCxnSpPr>
          <p:nvPr/>
        </p:nvCxnSpPr>
        <p:spPr>
          <a:xfrm>
            <a:off x="8555181" y="4066299"/>
            <a:ext cx="0" cy="24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28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E407F-6724-77E7-17E1-DF97FFB3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F3DA6-AFAB-E92E-00BB-26CEA1C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1.7 High-Level Design Components</a:t>
            </a:r>
            <a:endParaRPr lang="en-N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EE7D8-9D7B-FD3B-CD98-014BE5197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1115568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Frontend: React + Tailwind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Backend: Firebase Auth + Firestore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Communications: Firestore real-time listeners,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EmailJS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Security: Role-based routes + Firestore rules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Storage: Firestore collections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appointments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teachers/{id}/availability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messages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notifications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1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737A-98D3-88FA-0838-89641198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B490-DA21-BD79-32A2-1F1E008F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44356"/>
          </a:xfrm>
        </p:spPr>
        <p:txBody>
          <a:bodyPr/>
          <a:lstStyle/>
          <a:p>
            <a:r>
              <a:rPr lang="en-US" dirty="0"/>
              <a:t>2. System Architecture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14F3-B179-B609-7034-CDB8E264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2764"/>
            <a:ext cx="11155680" cy="4323172"/>
          </a:xfrm>
        </p:spPr>
        <p:txBody>
          <a:bodyPr/>
          <a:lstStyle/>
          <a:p>
            <a:r>
              <a:rPr lang="en-US" dirty="0"/>
              <a:t>Client-Side Rendered (CSR) Web Application + BaaS Architecture</a:t>
            </a:r>
          </a:p>
          <a:p>
            <a:r>
              <a:rPr lang="en-US" dirty="0"/>
              <a:t>React frontend + Firebase backend (authentication + real-time DB)</a:t>
            </a:r>
            <a:endParaRPr lang="en-NZ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C4076A-A02C-197E-DA3F-BF29A3266E14}"/>
              </a:ext>
            </a:extLst>
          </p:cNvPr>
          <p:cNvSpPr/>
          <p:nvPr/>
        </p:nvSpPr>
        <p:spPr>
          <a:xfrm>
            <a:off x="4807527" y="2979005"/>
            <a:ext cx="1884218" cy="762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React App (Vite + Tailwind)</a:t>
            </a:r>
            <a:endParaRPr lang="en-NZ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58603F-8986-27DF-EBC2-88594A5D7AC3}"/>
              </a:ext>
            </a:extLst>
          </p:cNvPr>
          <p:cNvSpPr/>
          <p:nvPr/>
        </p:nvSpPr>
        <p:spPr>
          <a:xfrm>
            <a:off x="1427018" y="4475296"/>
            <a:ext cx="1884218" cy="762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Firebase Auth</a:t>
            </a:r>
            <a:endParaRPr lang="en-NZ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01C62B-8075-B995-A4C6-A7D03C7BA187}"/>
              </a:ext>
            </a:extLst>
          </p:cNvPr>
          <p:cNvSpPr/>
          <p:nvPr/>
        </p:nvSpPr>
        <p:spPr>
          <a:xfrm>
            <a:off x="4904509" y="4475296"/>
            <a:ext cx="1884218" cy="762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Firebase</a:t>
            </a:r>
          </a:p>
          <a:p>
            <a:pPr algn="ctr"/>
            <a:r>
              <a:rPr lang="en-US" dirty="0"/>
              <a:t>(Database)</a:t>
            </a:r>
            <a:endParaRPr lang="en-NZ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C8B204-E9C7-C0D3-F7B8-07DEB449EFCA}"/>
              </a:ext>
            </a:extLst>
          </p:cNvPr>
          <p:cNvSpPr/>
          <p:nvPr/>
        </p:nvSpPr>
        <p:spPr>
          <a:xfrm>
            <a:off x="8575963" y="4475296"/>
            <a:ext cx="1884218" cy="762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EmailJS</a:t>
            </a:r>
            <a:endParaRPr lang="en-N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CEB41-7F31-8AD6-1D24-D07FD2709584}"/>
              </a:ext>
            </a:extLst>
          </p:cNvPr>
          <p:cNvSpPr txBox="1"/>
          <p:nvPr/>
        </p:nvSpPr>
        <p:spPr>
          <a:xfrm>
            <a:off x="1427017" y="5631873"/>
            <a:ext cx="214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Role-based Login</a:t>
            </a:r>
            <a:br>
              <a:rPr lang="en-US" dirty="0"/>
            </a:br>
            <a:r>
              <a:rPr lang="en-US" dirty="0"/>
              <a:t>Token Validation</a:t>
            </a:r>
            <a:endParaRPr lang="en-N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AA41D-849B-5A5D-886F-E74CEEB055D2}"/>
              </a:ext>
            </a:extLst>
          </p:cNvPr>
          <p:cNvSpPr txBox="1"/>
          <p:nvPr/>
        </p:nvSpPr>
        <p:spPr>
          <a:xfrm>
            <a:off x="4904509" y="5631873"/>
            <a:ext cx="214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Cloud Firestore (Database)</a:t>
            </a:r>
            <a:endParaRPr lang="en-N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92F46-E5F1-2376-105F-41E9B67CBCDB}"/>
              </a:ext>
            </a:extLst>
          </p:cNvPr>
          <p:cNvSpPr txBox="1"/>
          <p:nvPr/>
        </p:nvSpPr>
        <p:spPr>
          <a:xfrm>
            <a:off x="8645236" y="5631873"/>
            <a:ext cx="1745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Student/Admin Emails</a:t>
            </a:r>
            <a:endParaRPr lang="en-NZ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035450-668D-0603-2B80-9E851B61A7A6}"/>
              </a:ext>
            </a:extLst>
          </p:cNvPr>
          <p:cNvCxnSpPr>
            <a:cxnSpLocks/>
          </p:cNvCxnSpPr>
          <p:nvPr/>
        </p:nvCxnSpPr>
        <p:spPr>
          <a:xfrm>
            <a:off x="2369127" y="4129210"/>
            <a:ext cx="7010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431DF8-77B4-8E11-2B2E-2FFFF0B3DEF8}"/>
              </a:ext>
            </a:extLst>
          </p:cNvPr>
          <p:cNvCxnSpPr/>
          <p:nvPr/>
        </p:nvCxnSpPr>
        <p:spPr>
          <a:xfrm>
            <a:off x="5811981" y="4129210"/>
            <a:ext cx="0" cy="30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ACDFB7-C279-94C3-7236-CAA1736F4FF8}"/>
              </a:ext>
            </a:extLst>
          </p:cNvPr>
          <p:cNvCxnSpPr>
            <a:cxnSpLocks/>
          </p:cNvCxnSpPr>
          <p:nvPr/>
        </p:nvCxnSpPr>
        <p:spPr>
          <a:xfrm>
            <a:off x="2369127" y="4116049"/>
            <a:ext cx="0" cy="30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D66776-7AC7-56BC-CBAD-23B1CE283F55}"/>
              </a:ext>
            </a:extLst>
          </p:cNvPr>
          <p:cNvCxnSpPr/>
          <p:nvPr/>
        </p:nvCxnSpPr>
        <p:spPr>
          <a:xfrm>
            <a:off x="9379527" y="4116048"/>
            <a:ext cx="0" cy="30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6B7BD-F0FC-62BF-5F4C-2331542D9C21}"/>
              </a:ext>
            </a:extLst>
          </p:cNvPr>
          <p:cNvCxnSpPr>
            <a:cxnSpLocks/>
          </p:cNvCxnSpPr>
          <p:nvPr/>
        </p:nvCxnSpPr>
        <p:spPr>
          <a:xfrm flipV="1">
            <a:off x="5811981" y="3796145"/>
            <a:ext cx="0" cy="388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15C6B8-FE1C-0187-6D20-2A796CBEEA34}"/>
              </a:ext>
            </a:extLst>
          </p:cNvPr>
          <p:cNvCxnSpPr>
            <a:cxnSpLocks/>
          </p:cNvCxnSpPr>
          <p:nvPr/>
        </p:nvCxnSpPr>
        <p:spPr>
          <a:xfrm flipV="1">
            <a:off x="2369125" y="5243668"/>
            <a:ext cx="0" cy="388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692B7A-CBA9-AB5D-EDEC-E816F9914228}"/>
              </a:ext>
            </a:extLst>
          </p:cNvPr>
          <p:cNvCxnSpPr>
            <a:cxnSpLocks/>
          </p:cNvCxnSpPr>
          <p:nvPr/>
        </p:nvCxnSpPr>
        <p:spPr>
          <a:xfrm flipV="1">
            <a:off x="5846618" y="5237296"/>
            <a:ext cx="0" cy="388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E74967-9B02-14BE-E304-504CE851CAE5}"/>
              </a:ext>
            </a:extLst>
          </p:cNvPr>
          <p:cNvCxnSpPr>
            <a:cxnSpLocks/>
          </p:cNvCxnSpPr>
          <p:nvPr/>
        </p:nvCxnSpPr>
        <p:spPr>
          <a:xfrm flipV="1">
            <a:off x="9414162" y="5237295"/>
            <a:ext cx="0" cy="388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273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111D-5F18-67DF-CCFA-425F9EAF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630A-18CE-066E-07C0-0942E38E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Firestore Collections </a:t>
            </a:r>
            <a:endParaRPr lang="en-NZ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4B02C4-83CB-211B-4753-C0F315F84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97328"/>
              </p:ext>
            </p:extLst>
          </p:nvPr>
        </p:nvGraphicFramePr>
        <p:xfrm>
          <a:off x="520700" y="2578100"/>
          <a:ext cx="1115695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78475">
                  <a:extLst>
                    <a:ext uri="{9D8B030D-6E8A-4147-A177-3AD203B41FA5}">
                      <a16:colId xmlns:a16="http://schemas.microsoft.com/office/drawing/2014/main" val="2758538144"/>
                    </a:ext>
                  </a:extLst>
                </a:gridCol>
                <a:gridCol w="5578475">
                  <a:extLst>
                    <a:ext uri="{9D8B030D-6E8A-4147-A177-3AD203B41FA5}">
                      <a16:colId xmlns:a16="http://schemas.microsoft.com/office/drawing/2014/main" val="4167781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Collection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27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admin, teachers, students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16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Appointments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Student-teacher appointments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70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Teacher/{id}/availability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 Schedules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45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Messages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 messages(Real -time)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6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Notifications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Role-based notifications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13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Audit logs for the admin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132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66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3DE3-C40F-8BAA-B36F-5A47BAC9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E89F-7E3D-E92A-04BF-DC9BEACF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2.4 Routing Architecture</a:t>
            </a:r>
            <a:endParaRPr lang="en-NZ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CBC448-9328-F9AA-991F-89BF648E2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590935"/>
              </p:ext>
            </p:extLst>
          </p:nvPr>
        </p:nvGraphicFramePr>
        <p:xfrm>
          <a:off x="520700" y="2578100"/>
          <a:ext cx="1115695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78475">
                  <a:extLst>
                    <a:ext uri="{9D8B030D-6E8A-4147-A177-3AD203B41FA5}">
                      <a16:colId xmlns:a16="http://schemas.microsoft.com/office/drawing/2014/main" val="419654198"/>
                    </a:ext>
                  </a:extLst>
                </a:gridCol>
                <a:gridCol w="5578475">
                  <a:extLst>
                    <a:ext uri="{9D8B030D-6E8A-4147-A177-3AD203B41FA5}">
                      <a16:colId xmlns:a16="http://schemas.microsoft.com/office/drawing/2014/main" val="1164785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Accessible Routes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87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/admin/*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4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/teacher/*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671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/student/*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4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Common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/notifications, /profile, /messages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1216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D9FE8D-5138-DAAA-762E-05D50D3D5EB0}"/>
              </a:ext>
            </a:extLst>
          </p:cNvPr>
          <p:cNvSpPr txBox="1"/>
          <p:nvPr/>
        </p:nvSpPr>
        <p:spPr>
          <a:xfrm>
            <a:off x="706582" y="4973782"/>
            <a:ext cx="752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Protected using </a:t>
            </a:r>
            <a:r>
              <a:rPr lang="en-US" dirty="0" err="1"/>
              <a:t>ProtectedRoutes.jsx</a:t>
            </a:r>
            <a:r>
              <a:rPr lang="en-US" dirty="0"/>
              <a:t> + Firebase Auth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296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EBC4-C7E0-F2CF-B1B5-EF4E06A0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3C9F-3D27-78B7-D923-1E3F57F4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2.5 Security Architecture</a:t>
            </a:r>
            <a:endParaRPr lang="en-N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B228F-3B35-6A2A-9A72-268901FB5D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500055"/>
              </p:ext>
            </p:extLst>
          </p:nvPr>
        </p:nvGraphicFramePr>
        <p:xfrm>
          <a:off x="521208" y="2036618"/>
          <a:ext cx="11155680" cy="4309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5875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869CC-5F8C-699A-D8A8-4B8E850B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F85C8-E047-8596-2F15-E5F6D3B5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en-US" dirty="0"/>
              <a:t>3. Low-Level Design</a:t>
            </a:r>
            <a:br>
              <a:rPr lang="en-US" dirty="0"/>
            </a:br>
            <a:r>
              <a:rPr lang="en-US" dirty="0"/>
              <a:t>3.1 Component-Level Design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855FB-B39E-AB19-A15B-00E0CCB61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>
            <a:normAutofit/>
          </a:bodyPr>
          <a:lstStyle/>
          <a:p>
            <a:r>
              <a:rPr lang="en-NZ" b="1" dirty="0"/>
              <a:t>Shared Components</a:t>
            </a:r>
          </a:p>
          <a:p>
            <a:pPr lvl="1"/>
            <a:r>
              <a:rPr lang="en-NZ" dirty="0" err="1"/>
              <a:t>AppLayout</a:t>
            </a:r>
            <a:r>
              <a:rPr lang="en-NZ" dirty="0"/>
              <a:t> (Navbar + Sidebar)</a:t>
            </a:r>
          </a:p>
          <a:p>
            <a:pPr lvl="1"/>
            <a:r>
              <a:rPr lang="en-NZ" dirty="0"/>
              <a:t>Sidebar → dynamic based on role</a:t>
            </a:r>
          </a:p>
          <a:p>
            <a:pPr lvl="1"/>
            <a:r>
              <a:rPr lang="en-NZ" dirty="0"/>
              <a:t>Navbar → notifications + logout</a:t>
            </a:r>
          </a:p>
          <a:p>
            <a:pPr lvl="1"/>
            <a:r>
              <a:rPr lang="en-NZ" dirty="0"/>
              <a:t>Modal → reusable confirmation dialog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3420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D197-BA0A-A905-93E9-FFCEC4DC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52CF0-BD9E-936E-0F9D-FD032592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 dirty="0"/>
              <a:t>3.2 Key Pages</a:t>
            </a:r>
            <a:endParaRPr lang="en-N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9800CF-5DFD-2D7E-F80E-7AE7FCAB5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774582"/>
              </p:ext>
            </p:extLst>
          </p:nvPr>
        </p:nvGraphicFramePr>
        <p:xfrm>
          <a:off x="517869" y="1871777"/>
          <a:ext cx="10923155" cy="3771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525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EDA8B-B8FA-4847-8B0C-6396E0A7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D928F-1A28-DE87-E9D3-82C7F274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 dirty="0"/>
              <a:t>3.3 Utility Layer Design</a:t>
            </a:r>
            <a:endParaRPr lang="en-NZ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F12AB40C-CC7F-D208-1922-B83E78DD2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071065"/>
              </p:ext>
            </p:extLst>
          </p:nvPr>
        </p:nvGraphicFramePr>
        <p:xfrm>
          <a:off x="1987545" y="2231737"/>
          <a:ext cx="7581911" cy="376714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{2D5ABB26-0587-4C30-8999-92F81FD0307C}</a:tableStyleId>
              </a:tblPr>
              <a:tblGrid>
                <a:gridCol w="3202548">
                  <a:extLst>
                    <a:ext uri="{9D8B030D-6E8A-4147-A177-3AD203B41FA5}">
                      <a16:colId xmlns:a16="http://schemas.microsoft.com/office/drawing/2014/main" val="3826195515"/>
                    </a:ext>
                  </a:extLst>
                </a:gridCol>
                <a:gridCol w="4379363">
                  <a:extLst>
                    <a:ext uri="{9D8B030D-6E8A-4147-A177-3AD203B41FA5}">
                      <a16:colId xmlns:a16="http://schemas.microsoft.com/office/drawing/2014/main" val="1449363640"/>
                    </a:ext>
                  </a:extLst>
                </a:gridCol>
              </a:tblGrid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b="1" cap="none" spc="0" dirty="0">
                          <a:solidFill>
                            <a:schemeClr val="tx1"/>
                          </a:solidFill>
                        </a:rPr>
                        <a:t>File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b="1" cap="none" spc="0" dirty="0">
                          <a:solidFill>
                            <a:schemeClr val="tx1"/>
                          </a:solidFill>
                        </a:rPr>
                        <a:t>Responsibility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40794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adminStats.js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Fetch dashboard stats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593713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appointments.js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CRUD on appointments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026809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availability.js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 dirty="0">
                          <a:solidFill>
                            <a:schemeClr val="tx1"/>
                          </a:solidFill>
                        </a:rPr>
                        <a:t>Teacher availability </a:t>
                      </a:r>
                      <a:r>
                        <a:rPr lang="en-NZ" sz="1500" cap="none" spc="0" dirty="0" err="1">
                          <a:solidFill>
                            <a:schemeClr val="tx1"/>
                          </a:solidFill>
                        </a:rPr>
                        <a:t>mgmt</a:t>
                      </a:r>
                      <a:endParaRPr lang="en-NZ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216781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notifications.js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Add/mark notifications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24650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emailNotifications.js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Send emails (approve/reject)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047145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messages.js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Chat operations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816386"/>
                  </a:ext>
                </a:extLst>
              </a:tr>
              <a:tr h="47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>
                          <a:solidFill>
                            <a:schemeClr val="tx1"/>
                          </a:solidFill>
                        </a:rPr>
                        <a:t>logger.js</a:t>
                      </a:r>
                    </a:p>
                  </a:txBody>
                  <a:tcPr marL="129330" marR="98702" marT="99484" marB="994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500" cap="none" spc="0" dirty="0">
                          <a:solidFill>
                            <a:schemeClr val="tx1"/>
                          </a:solidFill>
                        </a:rPr>
                        <a:t>Log system actions</a:t>
                      </a:r>
                    </a:p>
                  </a:txBody>
                  <a:tcPr marL="129330" marR="98702" marT="99484" marB="9948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90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35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C5E08-EA84-5334-B67F-40CF2325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12413-17AB-25B2-020C-530F701C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 dirty="0"/>
              <a:t>3.4 Database Schema Design</a:t>
            </a:r>
            <a:endParaRPr lang="en-N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8E125B-A9F6-1626-3227-20D28122F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337872"/>
              </p:ext>
            </p:extLst>
          </p:nvPr>
        </p:nvGraphicFramePr>
        <p:xfrm>
          <a:off x="517869" y="2022764"/>
          <a:ext cx="10756900" cy="4502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20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EDB5-6A93-F9A2-CB52-7FAD76CC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FD5F-959C-1562-56EB-1057FABE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742537" cy="878102"/>
          </a:xfrm>
        </p:spPr>
        <p:txBody>
          <a:bodyPr>
            <a:normAutofit fontScale="90000"/>
          </a:bodyPr>
          <a:lstStyle/>
          <a:p>
            <a:r>
              <a:rPr lang="en-US" dirty="0"/>
              <a:t>4. Optimization Strategies</a:t>
            </a:r>
            <a:br>
              <a:rPr lang="en-US" dirty="0"/>
            </a:br>
            <a:br>
              <a:rPr lang="en-US" dirty="0"/>
            </a:br>
            <a:endParaRPr lang="en-NZ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5AC663-B905-BA78-1926-27E6946041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3308111"/>
            <a:ext cx="48820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modular utils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repeated Firestore reads (use hooks)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Paginate logs instead of loading all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Reusable modal + stat components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unnecessary re-renders using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React.memo</a:t>
            </a:r>
            <a:endParaRPr kumimoji="0" lang="en-US" altLang="en-US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Debouncing search inputs in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TeacherSearch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5406C-0904-1C2D-B2E8-8DF207F6F708}"/>
              </a:ext>
            </a:extLst>
          </p:cNvPr>
          <p:cNvSpPr txBox="1"/>
          <p:nvPr/>
        </p:nvSpPr>
        <p:spPr>
          <a:xfrm>
            <a:off x="521207" y="2174506"/>
            <a:ext cx="4438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4.1 Code-Level Optimization</a:t>
            </a:r>
            <a:endParaRPr lang="en-NZ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CF280-B6B2-6A30-2BAB-0F1CB35CB8DA}"/>
              </a:ext>
            </a:extLst>
          </p:cNvPr>
          <p:cNvSpPr txBox="1"/>
          <p:nvPr/>
        </p:nvSpPr>
        <p:spPr>
          <a:xfrm>
            <a:off x="6215426" y="2174506"/>
            <a:ext cx="443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4.2 Firebase Optimization</a:t>
            </a:r>
            <a:endParaRPr lang="en-NZ" sz="2800" b="1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C3F8FDB-C2E4-28F0-36F7-E9727A10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90501"/>
            <a:ext cx="60542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Firestore rules minimize read/write cost</a:t>
            </a:r>
            <a:endParaRPr lang="en-US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only required fields using .select() where possible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collections reduce nested 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listeners only on key collections (messages, availability)</a:t>
            </a:r>
          </a:p>
        </p:txBody>
      </p:sp>
    </p:spTree>
    <p:extLst>
      <p:ext uri="{BB962C8B-B14F-4D97-AF65-F5344CB8AC3E}">
        <p14:creationId xmlns:p14="http://schemas.microsoft.com/office/powerpoint/2010/main" val="499465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DD69F-51A5-4498-0C9E-5058607B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4C7A-185F-9803-1AC5-5B9D3D3F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742537" cy="878102"/>
          </a:xfrm>
        </p:spPr>
        <p:txBody>
          <a:bodyPr>
            <a:normAutofit fontScale="90000"/>
          </a:bodyPr>
          <a:lstStyle/>
          <a:p>
            <a:r>
              <a:rPr lang="en-US" dirty="0"/>
              <a:t>4. Optimization Strategies</a:t>
            </a:r>
            <a:br>
              <a:rPr lang="en-US" dirty="0"/>
            </a:br>
            <a:br>
              <a:rPr lang="en-US" dirty="0"/>
            </a:br>
            <a:endParaRPr lang="en-N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94660-67D9-F62E-28DC-F4E59F3928F6}"/>
              </a:ext>
            </a:extLst>
          </p:cNvPr>
          <p:cNvSpPr txBox="1"/>
          <p:nvPr/>
        </p:nvSpPr>
        <p:spPr>
          <a:xfrm>
            <a:off x="521207" y="2174506"/>
            <a:ext cx="4438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4.3 </a:t>
            </a:r>
            <a:r>
              <a:rPr lang="en-NZ" sz="2800" b="1" dirty="0"/>
              <a:t>Architecture-Level</a:t>
            </a:r>
            <a:r>
              <a:rPr lang="en-US" sz="2800" b="1" dirty="0"/>
              <a:t> Optimization</a:t>
            </a:r>
            <a:endParaRPr lang="en-NZ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8F9B3-04B4-49B0-6697-C1959A462D0F}"/>
              </a:ext>
            </a:extLst>
          </p:cNvPr>
          <p:cNvSpPr txBox="1"/>
          <p:nvPr/>
        </p:nvSpPr>
        <p:spPr>
          <a:xfrm>
            <a:off x="6215426" y="2174506"/>
            <a:ext cx="443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4.4 UI/UX Optimization</a:t>
            </a:r>
            <a:endParaRPr lang="en-NZ" sz="28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2EF4E1-C04E-F00B-ED81-34F2FD0CE4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3128613"/>
            <a:ext cx="547831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Auto-clean past availability to prevent DB overgrowth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 architecture -&gt; zero backend maintenance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separation: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collections (appointments/messages) optimized with indexing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optimized with </a:t>
            </a:r>
            <a:r>
              <a:rPr lang="en-US" altLang="en-US" dirty="0" err="1">
                <a:latin typeface="Arial Unicode MS"/>
              </a:rPr>
              <a:t>read:false</a:t>
            </a:r>
            <a:r>
              <a:rPr lang="en-US" altLang="en-US" dirty="0">
                <a:latin typeface="Arial Unicode MS"/>
              </a:rPr>
              <a:t> </a:t>
            </a:r>
            <a:r>
              <a:rPr lang="en-US" altLang="en-US" dirty="0"/>
              <a:t>queries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Firestore composite indexes for: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status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date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1C81FC5-A56E-18D8-CA94-B48620465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28613"/>
            <a:ext cx="39485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layout with Tailwind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sidebar badges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Consolidated notification center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with easy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87932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CCF2-8865-5147-111E-E4EA39F4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ED10-E5F7-2DCD-D73B-8D7D7A32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558146" cy="1210610"/>
          </a:xfrm>
        </p:spPr>
        <p:txBody>
          <a:bodyPr>
            <a:normAutofit/>
          </a:bodyPr>
          <a:lstStyle/>
          <a:p>
            <a:r>
              <a:rPr lang="en-US" sz="2800" dirty="0"/>
              <a:t>4.3 </a:t>
            </a:r>
            <a:r>
              <a:rPr lang="en-NZ" sz="2800" dirty="0"/>
              <a:t>Architecture-Level Optimizations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1A323-E47C-B525-BB9A-D965F2750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9" y="2615613"/>
            <a:ext cx="495133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Auto-clean past availability to prevent DB overgrowth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 architecture </a:t>
            </a:r>
            <a:r>
              <a:rPr lang="en-US" altLang="en-US" dirty="0"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zero backend maintenance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separation: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collections (appointments/messages) optimized with indexing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optimized with </a:t>
            </a:r>
            <a:r>
              <a:rPr lang="en-US" altLang="en-US" dirty="0" err="1">
                <a:latin typeface="Arial Unicode MS"/>
              </a:rPr>
              <a:t>read:false</a:t>
            </a:r>
            <a:r>
              <a:rPr lang="en-US" altLang="en-US" dirty="0">
                <a:latin typeface="Arial Unicode MS"/>
              </a:rPr>
              <a:t> </a:t>
            </a:r>
            <a:r>
              <a:rPr lang="en-US" altLang="en-US" dirty="0"/>
              <a:t>queries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Firestore composite indexes for: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status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date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CEB57-DF96-2B12-2423-73F86209BDD9}"/>
              </a:ext>
            </a:extLst>
          </p:cNvPr>
          <p:cNvSpPr txBox="1"/>
          <p:nvPr/>
        </p:nvSpPr>
        <p:spPr>
          <a:xfrm>
            <a:off x="6096000" y="978408"/>
            <a:ext cx="4558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4.4 UI/UX Optimization</a:t>
            </a:r>
            <a:endParaRPr lang="en-NZ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51B95-C1BA-9543-F19C-7F021F5629DA}"/>
              </a:ext>
            </a:extLst>
          </p:cNvPr>
          <p:cNvSpPr txBox="1"/>
          <p:nvPr/>
        </p:nvSpPr>
        <p:spPr>
          <a:xfrm>
            <a:off x="6096000" y="2784764"/>
            <a:ext cx="5638800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Z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12924F-E24E-F45A-A395-B5FF3B754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08564"/>
            <a:ext cx="39485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layout with Tailwind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sidebar badges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Consolidated notification center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with easy visualization</a:t>
            </a:r>
          </a:p>
        </p:txBody>
      </p:sp>
      <p:pic>
        <p:nvPicPr>
          <p:cNvPr id="9" name="Picture 8" descr="A black and white rectangular object&#10;&#10;AI-generated content may be incorrect.">
            <a:extLst>
              <a:ext uri="{FF2B5EF4-FFF2-40B4-BE49-F238E27FC236}">
                <a16:creationId xmlns:a16="http://schemas.microsoft.com/office/drawing/2014/main" id="{7AD1F220-C9B0-A848-171D-4E022D33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black and white rectangular object&#10;&#10;AI-generated content may be incorrect.">
            <a:extLst>
              <a:ext uri="{FF2B5EF4-FFF2-40B4-BE49-F238E27FC236}">
                <a16:creationId xmlns:a16="http://schemas.microsoft.com/office/drawing/2014/main" id="{3622ADD8-A47D-7A1F-B6BF-1E03C18F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3AA59C-D75E-0CF1-22B9-357AA2621826}"/>
              </a:ext>
            </a:extLst>
          </p:cNvPr>
          <p:cNvSpPr txBox="1"/>
          <p:nvPr/>
        </p:nvSpPr>
        <p:spPr>
          <a:xfrm>
            <a:off x="637309" y="670631"/>
            <a:ext cx="109173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 Testing Overview</a:t>
            </a:r>
          </a:p>
          <a:p>
            <a:r>
              <a:rPr lang="en-US" sz="2800" b="1" dirty="0"/>
              <a:t>5.1 Testing Strategy</a:t>
            </a:r>
            <a:endParaRPr lang="en-NZ" sz="4000" b="1" dirty="0"/>
          </a:p>
        </p:txBody>
      </p:sp>
      <p:graphicFrame>
        <p:nvGraphicFramePr>
          <p:cNvPr id="15" name="TextBox 12">
            <a:extLst>
              <a:ext uri="{FF2B5EF4-FFF2-40B4-BE49-F238E27FC236}">
                <a16:creationId xmlns:a16="http://schemas.microsoft.com/office/drawing/2014/main" id="{E30D206F-77AB-2364-857A-D73CA836FB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089872"/>
              </p:ext>
            </p:extLst>
          </p:nvPr>
        </p:nvGraphicFramePr>
        <p:xfrm>
          <a:off x="579259" y="1909446"/>
          <a:ext cx="11033482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6675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490F-2208-EFAA-0189-CFC16168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6953-BAFF-F2F7-CF2C-FA679B3F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558146" cy="1210610"/>
          </a:xfrm>
        </p:spPr>
        <p:txBody>
          <a:bodyPr>
            <a:normAutofit/>
          </a:bodyPr>
          <a:lstStyle/>
          <a:p>
            <a:r>
              <a:rPr lang="en-US" sz="2800" dirty="0"/>
              <a:t>4.3 </a:t>
            </a:r>
            <a:r>
              <a:rPr lang="en-NZ" sz="2800" dirty="0"/>
              <a:t>Architecture-Level Optimizations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8CACCA-6119-370F-1EC6-4DD31E364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9" y="2615613"/>
            <a:ext cx="495133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Auto-clean past availability to prevent DB overgrowth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 architecture </a:t>
            </a:r>
            <a:r>
              <a:rPr lang="en-US" altLang="en-US" dirty="0"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zero backend maintenance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separation: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collections (appointments/messages) optimized with indexing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optimized with </a:t>
            </a:r>
            <a:r>
              <a:rPr lang="en-US" altLang="en-US" dirty="0" err="1">
                <a:latin typeface="Arial Unicode MS"/>
              </a:rPr>
              <a:t>read:false</a:t>
            </a:r>
            <a:r>
              <a:rPr lang="en-US" altLang="en-US" dirty="0">
                <a:latin typeface="Arial Unicode MS"/>
              </a:rPr>
              <a:t> </a:t>
            </a:r>
            <a:r>
              <a:rPr lang="en-US" altLang="en-US" dirty="0"/>
              <a:t>queries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Firestore composite indexes for: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status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date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CEFDC-AEE8-5C56-159A-81A5AC5066E6}"/>
              </a:ext>
            </a:extLst>
          </p:cNvPr>
          <p:cNvSpPr txBox="1"/>
          <p:nvPr/>
        </p:nvSpPr>
        <p:spPr>
          <a:xfrm>
            <a:off x="6096000" y="978408"/>
            <a:ext cx="4558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4.4 UI/UX Optimization</a:t>
            </a:r>
            <a:endParaRPr lang="en-NZ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1A676-6D94-2EA7-E6A9-B168077DBA8D}"/>
              </a:ext>
            </a:extLst>
          </p:cNvPr>
          <p:cNvSpPr txBox="1"/>
          <p:nvPr/>
        </p:nvSpPr>
        <p:spPr>
          <a:xfrm>
            <a:off x="6096000" y="2784764"/>
            <a:ext cx="5638800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Z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FF47732-56EA-570F-C433-AAB044EAF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08564"/>
            <a:ext cx="39485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layout with Tailwind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sidebar badges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Consolidated notification center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with easy visualization</a:t>
            </a:r>
          </a:p>
        </p:txBody>
      </p:sp>
      <p:pic>
        <p:nvPicPr>
          <p:cNvPr id="9" name="Picture 8" descr="A black and white rectangular object&#10;&#10;AI-generated content may be incorrect.">
            <a:extLst>
              <a:ext uri="{FF2B5EF4-FFF2-40B4-BE49-F238E27FC236}">
                <a16:creationId xmlns:a16="http://schemas.microsoft.com/office/drawing/2014/main" id="{ED9F9239-66F5-5109-1BF8-AB35C937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black and white rectangular object&#10;&#10;AI-generated content may be incorrect.">
            <a:extLst>
              <a:ext uri="{FF2B5EF4-FFF2-40B4-BE49-F238E27FC236}">
                <a16:creationId xmlns:a16="http://schemas.microsoft.com/office/drawing/2014/main" id="{A3810616-3395-B628-FCE0-9482F0AB1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0A488-FF38-E0C7-8825-0D345D511B19}"/>
              </a:ext>
            </a:extLst>
          </p:cNvPr>
          <p:cNvSpPr txBox="1"/>
          <p:nvPr/>
        </p:nvSpPr>
        <p:spPr>
          <a:xfrm>
            <a:off x="521207" y="978408"/>
            <a:ext cx="90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600" b="1" dirty="0"/>
              <a:t>5.2 Test Coverage &amp; Key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D4D2D-FFFA-D650-678B-7D03D00B18B2}"/>
              </a:ext>
            </a:extLst>
          </p:cNvPr>
          <p:cNvSpPr txBox="1"/>
          <p:nvPr/>
        </p:nvSpPr>
        <p:spPr>
          <a:xfrm>
            <a:off x="521207" y="1624739"/>
            <a:ext cx="113798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Testing covered all major modules: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b="1" dirty="0"/>
              <a:t>Admin: </a:t>
            </a:r>
            <a:r>
              <a:rPr lang="en-NZ" dirty="0"/>
              <a:t>Teacher management, student approval, logs, dashboard stats, charts,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b="1" dirty="0"/>
              <a:t>Teacher: </a:t>
            </a:r>
            <a:r>
              <a:rPr lang="en-NZ" dirty="0"/>
              <a:t>Dashboard, availability scheduling, appointment lifecycle (pending → approved → rejected → history), chat, notifications, profile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b="1" dirty="0"/>
              <a:t>Student: </a:t>
            </a:r>
            <a:r>
              <a:rPr lang="en-NZ" dirty="0"/>
              <a:t>Registration &amp; approval workflow, dashboards, search teacher, booking, appointments list, chat, profile updates,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b="1" dirty="0"/>
              <a:t>Shared Components: </a:t>
            </a:r>
            <a:r>
              <a:rPr lang="en-NZ" dirty="0" err="1"/>
              <a:t>AppLayout</a:t>
            </a:r>
            <a:r>
              <a:rPr lang="en-NZ" dirty="0"/>
              <a:t>, </a:t>
            </a:r>
            <a:r>
              <a:rPr lang="en-NZ" dirty="0" err="1"/>
              <a:t>AppNavbar</a:t>
            </a:r>
            <a:r>
              <a:rPr lang="en-NZ" dirty="0"/>
              <a:t>, </a:t>
            </a:r>
            <a:r>
              <a:rPr lang="en-NZ" dirty="0" err="1"/>
              <a:t>AppSidebar</a:t>
            </a:r>
            <a:r>
              <a:rPr lang="en-NZ" dirty="0"/>
              <a:t>, protected routes, modals, badges.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/>
          </a:p>
          <a:p>
            <a:r>
              <a:rPr lang="en-NZ" b="1" dirty="0"/>
              <a:t>Key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All critical user journeys passed functional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Dashboard statistics, availability sorting, and appointment workflows behave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Notifications and unread counts update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Firestore security rules effectively block unauthorized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 UI breakage in mobile/tablet/desktop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Chat system works with unread -&gt; read transitions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History tab correctly separates past appointments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528CC89-24F9-CE7C-CF7D-D0AFA86D3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68" y="-2429291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5177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7113-3E47-B7B9-5194-3315DF48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5C30-500F-F6A0-3FF8-812CEEE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6.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0DDD-F951-BFF2-67EC-21C79208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 deployment of a fully functional, responsive, multi-role appointment management system.</a:t>
            </a:r>
          </a:p>
          <a:p>
            <a:r>
              <a:rPr lang="en-US" dirty="0"/>
              <a:t>Appointment statuses flow correctly through stages with real-time updates.</a:t>
            </a:r>
          </a:p>
          <a:p>
            <a:r>
              <a:rPr lang="en-US" dirty="0"/>
              <a:t>Teachers manage schedules effortlessly; students see availability dynamically.</a:t>
            </a:r>
          </a:p>
          <a:p>
            <a:r>
              <a:rPr lang="en-US" dirty="0"/>
              <a:t>Notifications and email alerts work across roles.</a:t>
            </a:r>
          </a:p>
          <a:p>
            <a:r>
              <a:rPr lang="en-US" dirty="0"/>
              <a:t>Chat system enables fast academic communication.</a:t>
            </a:r>
          </a:p>
          <a:p>
            <a:r>
              <a:rPr lang="en-US" dirty="0"/>
              <a:t>Admin dashboard provides real-time control with analytics, logs, and review tools.</a:t>
            </a:r>
          </a:p>
          <a:p>
            <a:r>
              <a:rPr lang="en-US" dirty="0"/>
              <a:t>Secure access enforced through Firebase Authentication + custom rules.</a:t>
            </a:r>
          </a:p>
          <a:p>
            <a:r>
              <a:rPr lang="en-US" dirty="0"/>
              <a:t>All workflows validated through comprehensive test cases.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79899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D18F-4951-4D47-E498-73BB5951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73F9-7B4B-F3A8-1907-050263A9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</a:t>
            </a:r>
            <a:r>
              <a:rPr lang="en-NZ" dirty="0" err="1"/>
              <a:t>onclusion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98811-43A3-7B0A-53CD-66E6773DD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AppointMe</a:t>
            </a:r>
            <a:r>
              <a:rPr lang="en-US" dirty="0"/>
              <a:t> successfully demonstrates how a modern web system can solve administrative and academic scheduling challenges by integrating:</a:t>
            </a:r>
          </a:p>
          <a:p>
            <a:pPr lvl="1"/>
            <a:r>
              <a:rPr lang="en-US" dirty="0"/>
              <a:t>Role-based access</a:t>
            </a:r>
          </a:p>
          <a:p>
            <a:pPr lvl="1"/>
            <a:r>
              <a:rPr lang="en-US" dirty="0"/>
              <a:t>Centralized availability</a:t>
            </a:r>
          </a:p>
          <a:p>
            <a:pPr lvl="1"/>
            <a:r>
              <a:rPr lang="en-US" dirty="0"/>
              <a:t>Automated approvals</a:t>
            </a:r>
          </a:p>
          <a:p>
            <a:pPr lvl="1"/>
            <a:r>
              <a:rPr lang="en-US" dirty="0"/>
              <a:t>Real-time communication</a:t>
            </a:r>
          </a:p>
          <a:p>
            <a:pPr lvl="1"/>
            <a:r>
              <a:rPr lang="en-US" dirty="0"/>
              <a:t>Notification workflows</a:t>
            </a:r>
          </a:p>
          <a:p>
            <a:pPr lvl="1"/>
            <a:r>
              <a:rPr lang="en-US" dirty="0"/>
              <a:t>Audit logs</a:t>
            </a:r>
          </a:p>
          <a:p>
            <a:pPr lvl="1"/>
            <a:r>
              <a:rPr lang="en-US" dirty="0"/>
              <a:t>Responsive UI and optimized code</a:t>
            </a:r>
          </a:p>
          <a:p>
            <a:r>
              <a:rPr lang="en-US" dirty="0"/>
              <a:t>The project is scalable for colleges, tutoring systems, consulting platforms, and any appointment-driven service.</a:t>
            </a:r>
          </a:p>
        </p:txBody>
      </p:sp>
    </p:spTree>
    <p:extLst>
      <p:ext uri="{BB962C8B-B14F-4D97-AF65-F5344CB8AC3E}">
        <p14:creationId xmlns:p14="http://schemas.microsoft.com/office/powerpoint/2010/main" val="68911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1771</Words>
  <Application>Microsoft Office PowerPoint</Application>
  <PresentationFormat>Widescreen</PresentationFormat>
  <Paragraphs>303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Arial Unicode MS</vt:lpstr>
      <vt:lpstr>Bierstadt</vt:lpstr>
      <vt:lpstr>Wingdings</vt:lpstr>
      <vt:lpstr>GestaltVTI</vt:lpstr>
      <vt:lpstr>AppointMe – Student-Teacher Appointment System </vt:lpstr>
      <vt:lpstr>Introduction</vt:lpstr>
      <vt:lpstr>1.1 Problem Statement</vt:lpstr>
      <vt:lpstr>1.2 Objective</vt:lpstr>
      <vt:lpstr>1.3 Techniques Used</vt:lpstr>
      <vt:lpstr>1.4 Tools Used</vt:lpstr>
      <vt:lpstr>1.5 Key Features</vt:lpstr>
      <vt:lpstr>1.6 High-level Workflow Implementation</vt:lpstr>
      <vt:lpstr>1.7 High-Level Design Components</vt:lpstr>
      <vt:lpstr>2. System Architecture </vt:lpstr>
      <vt:lpstr>2.3 Firestore Collections </vt:lpstr>
      <vt:lpstr>2.4 Routing Architecture</vt:lpstr>
      <vt:lpstr>2.5 Security Architecture</vt:lpstr>
      <vt:lpstr>3. Low-Level Design 3.1 Component-Level Design</vt:lpstr>
      <vt:lpstr>3.2 Key Pages</vt:lpstr>
      <vt:lpstr>3.3 Utility Layer Design</vt:lpstr>
      <vt:lpstr>3.4 Database Schema Design</vt:lpstr>
      <vt:lpstr>4. Optimization Strategies  </vt:lpstr>
      <vt:lpstr>4. Optimization Strategies  </vt:lpstr>
      <vt:lpstr>4.3 Architecture-Level Optimizations</vt:lpstr>
      <vt:lpstr>4.3 Architecture-Level Optimizations</vt:lpstr>
      <vt:lpstr>6. Results</vt:lpstr>
      <vt:lpstr>7.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Khokhariya</dc:creator>
  <cp:lastModifiedBy>Krishna Khokhariya</cp:lastModifiedBy>
  <cp:revision>1</cp:revision>
  <dcterms:created xsi:type="dcterms:W3CDTF">2025-12-08T21:41:20Z</dcterms:created>
  <dcterms:modified xsi:type="dcterms:W3CDTF">2025-12-09T00:42:34Z</dcterms:modified>
</cp:coreProperties>
</file>